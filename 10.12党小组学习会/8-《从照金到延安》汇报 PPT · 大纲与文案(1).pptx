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9" r:id="rId3"/>
    <p:sldMasterId id="2147483678" r:id="rId4"/>
    <p:sldMasterId id="2147483680" r:id="rId5"/>
  </p:sldMasterIdLst>
  <p:notesMasterIdLst>
    <p:notesMasterId r:id="rId12"/>
  </p:notesMasterIdLst>
  <p:handoutMasterIdLst>
    <p:handoutMasterId r:id="rId62"/>
  </p:handoutMasterIdLst>
  <p:sldIdLst>
    <p:sldId id="307" r:id="rId6"/>
    <p:sldId id="308" r:id="rId7"/>
    <p:sldId id="309" r:id="rId8"/>
    <p:sldId id="348" r:id="rId9"/>
    <p:sldId id="310" r:id="rId10"/>
    <p:sldId id="393" r:id="rId11"/>
    <p:sldId id="395" r:id="rId13"/>
    <p:sldId id="396" r:id="rId14"/>
    <p:sldId id="397" r:id="rId15"/>
    <p:sldId id="398" r:id="rId16"/>
    <p:sldId id="399" r:id="rId17"/>
    <p:sldId id="400" r:id="rId18"/>
    <p:sldId id="401" r:id="rId19"/>
    <p:sldId id="350" r:id="rId20"/>
    <p:sldId id="351" r:id="rId21"/>
    <p:sldId id="354" r:id="rId22"/>
    <p:sldId id="355" r:id="rId23"/>
    <p:sldId id="353" r:id="rId24"/>
    <p:sldId id="356" r:id="rId25"/>
    <p:sldId id="357" r:id="rId26"/>
    <p:sldId id="358" r:id="rId27"/>
    <p:sldId id="359" r:id="rId28"/>
    <p:sldId id="360" r:id="rId29"/>
    <p:sldId id="361" r:id="rId30"/>
    <p:sldId id="362" r:id="rId31"/>
    <p:sldId id="363" r:id="rId32"/>
    <p:sldId id="364" r:id="rId33"/>
    <p:sldId id="365" r:id="rId34"/>
    <p:sldId id="366" r:id="rId35"/>
    <p:sldId id="367" r:id="rId36"/>
    <p:sldId id="368" r:id="rId37"/>
    <p:sldId id="369" r:id="rId38"/>
    <p:sldId id="370" r:id="rId39"/>
    <p:sldId id="371" r:id="rId40"/>
    <p:sldId id="372" r:id="rId41"/>
    <p:sldId id="373" r:id="rId42"/>
    <p:sldId id="374" r:id="rId43"/>
    <p:sldId id="375" r:id="rId44"/>
    <p:sldId id="376" r:id="rId45"/>
    <p:sldId id="377" r:id="rId46"/>
    <p:sldId id="378" r:id="rId47"/>
    <p:sldId id="379" r:id="rId48"/>
    <p:sldId id="380" r:id="rId49"/>
    <p:sldId id="381" r:id="rId50"/>
    <p:sldId id="382" r:id="rId51"/>
    <p:sldId id="383" r:id="rId52"/>
    <p:sldId id="384" r:id="rId53"/>
    <p:sldId id="385" r:id="rId54"/>
    <p:sldId id="386" r:id="rId55"/>
    <p:sldId id="387" r:id="rId56"/>
    <p:sldId id="388" r:id="rId57"/>
    <p:sldId id="389" r:id="rId58"/>
    <p:sldId id="390" r:id="rId59"/>
    <p:sldId id="391" r:id="rId60"/>
    <p:sldId id="349" r:id="rId61"/>
  </p:sldIdLst>
  <p:sldSz cx="12192000" cy="6858000"/>
  <p:notesSz cx="7103745" cy="10234295"/>
  <p:embeddedFontLst>
    <p:embeddedFont>
      <p:font typeface="微软雅黑" panose="020B0503020204020204" charset="-122"/>
      <p:regular r:id="rId67"/>
      <p:bold r:id="rId68"/>
    </p:embeddedFont>
    <p:embeddedFont>
      <p:font typeface="汉仪黑方W" panose="00020600040101010101" charset="-122"/>
      <p:regular r:id="rId69"/>
    </p:embeddedFont>
    <p:embeddedFont>
      <p:font typeface="方正大标宋简体" panose="02000000000000000000" charset="-122"/>
      <p:regular r:id="rId70"/>
    </p:embeddedFont>
    <p:embeddedFont>
      <p:font typeface="方正小标宋_GBK" panose="02000000000000000000" charset="-122"/>
      <p:regular r:id="rId71"/>
    </p:embeddedFont>
    <p:embeddedFont>
      <p:font typeface="Noto Serif SC" panose="02020200000000000000" charset="-122"/>
      <p:regular r:id="rId72"/>
      <p:bold r:id="rId73"/>
    </p:embeddedFont>
    <p:embeddedFont>
      <p:font typeface="Calibri" panose="020F0502020204030204" charset="0"/>
      <p:regular r:id="rId74"/>
      <p:bold r:id="rId75"/>
      <p:italic r:id="rId76"/>
      <p:boldItalic r:id="rId7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chuying" initials="k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7" Type="http://schemas.openxmlformats.org/officeDocument/2006/relationships/font" Target="fonts/font11.fntdata"/><Relationship Id="rId76" Type="http://schemas.openxmlformats.org/officeDocument/2006/relationships/font" Target="fonts/font10.fntdata"/><Relationship Id="rId75" Type="http://schemas.openxmlformats.org/officeDocument/2006/relationships/font" Target="fonts/font9.fntdata"/><Relationship Id="rId74" Type="http://schemas.openxmlformats.org/officeDocument/2006/relationships/font" Target="fonts/font8.fntdata"/><Relationship Id="rId73" Type="http://schemas.openxmlformats.org/officeDocument/2006/relationships/font" Target="fonts/font7.fntdata"/><Relationship Id="rId72" Type="http://schemas.openxmlformats.org/officeDocument/2006/relationships/font" Target="fonts/font6.fntdata"/><Relationship Id="rId71" Type="http://schemas.openxmlformats.org/officeDocument/2006/relationships/font" Target="fonts/font5.fntdata"/><Relationship Id="rId70" Type="http://schemas.openxmlformats.org/officeDocument/2006/relationships/font" Target="fonts/font4.fntdata"/><Relationship Id="rId7" Type="http://schemas.openxmlformats.org/officeDocument/2006/relationships/slide" Target="slides/slide2.xml"/><Relationship Id="rId69" Type="http://schemas.openxmlformats.org/officeDocument/2006/relationships/font" Target="fonts/font3.fntdata"/><Relationship Id="rId68" Type="http://schemas.openxmlformats.org/officeDocument/2006/relationships/font" Target="fonts/font2.fntdata"/><Relationship Id="rId67" Type="http://schemas.openxmlformats.org/officeDocument/2006/relationships/font" Target="fonts/font1.fntdata"/><Relationship Id="rId66" Type="http://schemas.openxmlformats.org/officeDocument/2006/relationships/commentAuthors" Target="commentAuthors.xml"/><Relationship Id="rId65" Type="http://schemas.openxmlformats.org/officeDocument/2006/relationships/tableStyles" Target="tableStyles.xml"/><Relationship Id="rId64" Type="http://schemas.openxmlformats.org/officeDocument/2006/relationships/viewProps" Target="viewProps.xml"/><Relationship Id="rId63" Type="http://schemas.openxmlformats.org/officeDocument/2006/relationships/presProps" Target="presProps.xml"/><Relationship Id="rId62" Type="http://schemas.openxmlformats.org/officeDocument/2006/relationships/handoutMaster" Target="handoutMasters/handoutMaster1.xml"/><Relationship Id="rId61" Type="http://schemas.openxmlformats.org/officeDocument/2006/relationships/slide" Target="slides/slide55.xml"/><Relationship Id="rId60" Type="http://schemas.openxmlformats.org/officeDocument/2006/relationships/slide" Target="slides/slide54.xml"/><Relationship Id="rId6" Type="http://schemas.openxmlformats.org/officeDocument/2006/relationships/slide" Target="slides/slide1.xml"/><Relationship Id="rId59" Type="http://schemas.openxmlformats.org/officeDocument/2006/relationships/slide" Target="slides/slide53.xml"/><Relationship Id="rId58" Type="http://schemas.openxmlformats.org/officeDocument/2006/relationships/slide" Target="slides/slide52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0" Type="http://schemas.openxmlformats.org/officeDocument/2006/relationships/slide" Target="slides/slide34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167998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9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167998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9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各位老师、同学，大家好。我今天演讲的题目，叫《照金：一座燃烧的山镇》。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在讲照金之前，我想先请大家跟我一起，从一座煤城说起。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铜川，1958年建市，是陕西继西安之后第二个省辖市。这座城市因煤而兴，为国家贡献了7亿多吨煤炭，产量一度占到全省七成。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路遥在《平凡的世界》里写的“铜城”，原型就是铜川。因为粉尘与烟尘，它曾被称为“卫星上看不见的城市”。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2009年，铜川被列入全国第二批资源枯竭城市。煤挖完了，城市安静下来了——但历史会忘记铜川吗？不会。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先看这片土地。1928年到1930年，民国十八年年馑，陕西全省饿死两百余万人。长安县43万人口，死了5.2万，逃了4.7万；泾阳县3400户绝了户。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1928年5月，刘志丹、谢子长领导渭华起义，这是西北规模最大的武装起义，最终失败了。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血的教训说明：在城市和平原难以立足，革命必须转向山区。照金，正在等着这支队伍。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1932年12月24日，转角镇，红二十六军二团成立，200余人、枪150余支、军马60余匹。团长是王世泰，刘志丹任政治处处长。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1933年3月8日，陕甘边区特委在兔儿梁成立；19岁的习仲勋，已经在这里做了几个月群众工作。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1933年4月5日，工农兵代表大会召开，边区革命委员会成立，农民代表周冬至当选主席。党、军、政三套架子齐了，苏区成形了。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薛家寨是照金的大本营。四个天然岩洞改造成了四座寨子：游击队驻地、红军医院与被服厂、修械所——这里自制“麻辫手榴弹”——还有特委指挥部与仓库。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1933年4月，敌人四个正规团加六县民团分四路围攻。红军内线周旋、外线机动，6月中旬打破了围攻。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9月下旬，千余民团趁主力外出直扑薛家寨。寨上只有政治保卫队，工人、妇女都上了阵。李妙斋率主力增援，赢了——他却牺牲在阵前。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这团火，是三个人点起来的。刘志丹，黄埔出身，1936年4月在东征前线牺牲，年仅33岁。毛泽东为他题词：“群众领袖，民族英雄”。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谢子长，人称“谢青天”，1935年2月病逝，年仅38岁。他临终说：“只可惜，我给他们做得事太少了。”老百姓说，老天爷都为谢青天流眼泪。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习仲勋，21岁当选陕甘边区苏维埃政府主席，人称“娃娃主席”。毛泽东赞他：“一个从群众中走出来的群众领袖”。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2015年2月14日，习近平总书记考察照金，走进照金北梁红军小学。2018年5月30日，他给孩子们回信，说：“今天的幸福生活来之不易”，要“用实际行动把红色基因一代代传下去”。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煤会烧完，城市会安静下来。但照金这团火，九十多年了，还在烧，还在传。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这就是我今天想讲的照金与照金精神。谢谢大家。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讲完照金精神，灯光切到这一页。这团火没有停在山里，它跟着队伍一路向北，烧到了延安。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1941年，日寇封锁、国民党围困，边区到了几乎没有衣穿、没有油吃的境地。359旅的战士们扛起镢头，开进了延安东南那片荒芜的烂泥湾。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三年，他们用双手把烂泥湾变成了“陕北的好江南”。“自己动手，丰衣足食”——这是那个年代最朴素的回答。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下面，请欣赏舞台表演《南泥湾》。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各位同志大家好，欢迎来到延安精神知识问答活动现场。本次活动旨在带领大家重温延安时期的光辉岁月，深入学习领会延安精神的时代内涵。下面我们正式进入比赛环节。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正式答题前，我们先回顾一下延安精神的主要内容。它包括四个方面：坚定正确的政治方向是灵魂，解放思想实事求是是精髓，全心全意为人民服务是根本宗旨，自力更生艰苦奋斗是显著特征。这四个方面也是今天题目的主要范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第1题，单选题，10 分。前三条加上自力更生艰苦奋斗的创业精神才是完整四条。正确答案D。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第1题答案D。前三条加上“自力更生、艰苦奋斗的创业精神”，才是延安精神完整的四大内涵。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第2题，单选题，10 分。党中央1935年10月到达陕北，1948年3月东渡黄河离开陕北，历时13年。正确答案B。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第2题答案B。1935年10月党中央到达陕北，1948年3月东渡黄河离开，在延安历时13年。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第3题，单选题，10 分。1938年六届六中全会上毛泽东作《论新阶段》报告，首次提出马克思主义中国化。正确答案C。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第3题答案C。1938年9—11月在延安桥儿沟召开，毛泽东作《论新阶段》报告，首次提出“马克思主义中国化”。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第4题，单选题，10 分。整风三大内容中，反对主观主义以整顿学风是最主要的任务。正确答案A。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第4题答案A。整风三大内容：反主观主义整顿学风、反宗派主义整顿党风、反党八股整顿文风，其中反对主观主义是最主要任务。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第5题，单选题，10 分。1945年党的七大把毛泽东思想写入党章。正确答案C。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第5题答案C。1945年党的七大将毛泽东思想确立为党的指导思想并写入党章。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第6题，单选题，10 分。毛泽东在张思德追悼会上发表《为人民服务》。正确答案B。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第6题答案B。1944年9月8日毛泽东在张思德追悼会上的讲演，是“全心全意为人民服务”根本宗旨的经典表达。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第7题，单选题，10 分。D项外交精神与南泥湾大生产无关。正确答案D。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第7题答案D。南泥湾精神是大生产运动中形成的创业精神，与外交无关。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第8题，单选题，10 分。这就是著名的窑洞对，新路就是民主，让人民来监督政府。正确答案B。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第8题答案B。这就是著名的“窑洞对”——毛泽东说，我们已经找到跳出历史周期率的新路，这条新路就是民主。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第9题，单选题，10 分。1941年春王震率359旅开进南泥湾。正确答案C。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第9题答案C。1941年春，王震率八路军359旅开进南泥湾，开展大生产运动，把荒滩变成“陕北的好江南”。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第10题，单选题，10 分。它们都是中国共产党人精神谱系的重要组成部分，一脉相承。正确答案B。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第10题答案B。2021年党中央批准发布第一批纳入中国共产党人精神谱系的伟大精神共46项，它们都在其中。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第11题，单选题，3 分。坚定正确的政治方向是延安精神的灵魂。正确答案A。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第11题答案A。坚定正确的政治方向是延安精神的灵魂，理想信念是共产党人精神上的“钙”。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第12题，单选题，3 分。口号是一把镢头一把枪，生产自给保卫党中央。正确答案A。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第12题答案A。359旅的著名口号：“一把镢头一把枪，生产自给保卫党中央。”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第13题，单选题，3 分。359旅把烂泥湾变成陕北的好江南。正确答案A。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第13题答案A。经过几年奋斗，359旅把荒无人烟的“烂泥湾”变成了“陕北的好江南”。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第14题，单选题，3 分。做到不要政府一粒米、一寸布、一文钱。正确答案A。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第14题答案A。到1943年，359旅粮食经费全部自给，做到“不要政府一粒米、一寸布、一文钱”。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第15题，多选题，3 分。遵义会议1935年1月在贵州召开，早于党中央到陕北。正确答案A、B、C。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第15题答案A、B、C。遵义会议1935年1月在贵州遵义召开，早于党中央到达陕北。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第16题，单选题，3 分。整风运动方针是惩前毖后、治病救人。正确答案A。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第16题答案A。这是延安整风运动的方针，旨在既要弄清思想，又要团结同志。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第17题，单选题，3 分。抗大校训是团结、紧张、严肃、活泼。正确答案A。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第17题答案A。中国人民抗日军政大学校训：“团结、紧张、严肃、活泼”。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第18题，单选题，3 分。南泥湾精神是延安精神的重要组成部分，是大生产中的具体体现。正确答案A。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第18题答案A。南泥湾精神是延安精神的重要组成部分，是延安精神在南泥湾大生产中的具体体现。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image" Target="../media/image3.png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image" Target="../media/image2.png"/><Relationship Id="rId4" Type="http://schemas.openxmlformats.org/officeDocument/2006/relationships/tags" Target="../tags/tag35.xml"/><Relationship Id="rId3" Type="http://schemas.openxmlformats.org/officeDocument/2006/relationships/image" Target="../media/image1.jpeg"/><Relationship Id="rId2" Type="http://schemas.openxmlformats.org/officeDocument/2006/relationships/tags" Target="../tags/tag34.xml"/><Relationship Id="rId17" Type="http://schemas.openxmlformats.org/officeDocument/2006/relationships/tags" Target="../tags/tag45.xml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image" Target="../media/image2.png"/><Relationship Id="rId6" Type="http://schemas.openxmlformats.org/officeDocument/2006/relationships/tags" Target="../tags/tag48.xml"/><Relationship Id="rId5" Type="http://schemas.openxmlformats.org/officeDocument/2006/relationships/image" Target="../media/image5.png"/><Relationship Id="rId4" Type="http://schemas.openxmlformats.org/officeDocument/2006/relationships/tags" Target="../tags/tag47.xml"/><Relationship Id="rId3" Type="http://schemas.openxmlformats.org/officeDocument/2006/relationships/image" Target="../media/image1.jpeg"/><Relationship Id="rId2" Type="http://schemas.openxmlformats.org/officeDocument/2006/relationships/tags" Target="../tags/tag46.xml"/><Relationship Id="rId13" Type="http://schemas.openxmlformats.org/officeDocument/2006/relationships/tags" Target="../tags/tag54.xml"/><Relationship Id="rId12" Type="http://schemas.openxmlformats.org/officeDocument/2006/relationships/tags" Target="../tags/tag53.xml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image" Target="../media/image7.png"/><Relationship Id="rId6" Type="http://schemas.openxmlformats.org/officeDocument/2006/relationships/tags" Target="../tags/tag57.xml"/><Relationship Id="rId5" Type="http://schemas.openxmlformats.org/officeDocument/2006/relationships/image" Target="../media/image6.png"/><Relationship Id="rId4" Type="http://schemas.openxmlformats.org/officeDocument/2006/relationships/tags" Target="../tags/tag56.xml"/><Relationship Id="rId3" Type="http://schemas.openxmlformats.org/officeDocument/2006/relationships/image" Target="../media/image1.jpeg"/><Relationship Id="rId2" Type="http://schemas.openxmlformats.org/officeDocument/2006/relationships/tags" Target="../tags/tag55.xml"/><Relationship Id="rId13" Type="http://schemas.openxmlformats.org/officeDocument/2006/relationships/tags" Target="../tags/tag63.xml"/><Relationship Id="rId12" Type="http://schemas.openxmlformats.org/officeDocument/2006/relationships/tags" Target="../tags/tag62.xml"/><Relationship Id="rId11" Type="http://schemas.openxmlformats.org/officeDocument/2006/relationships/tags" Target="../tags/tag61.xml"/><Relationship Id="rId10" Type="http://schemas.openxmlformats.org/officeDocument/2006/relationships/tags" Target="../tags/tag60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image" Target="../media/image2.png"/><Relationship Id="rId6" Type="http://schemas.openxmlformats.org/officeDocument/2006/relationships/tags" Target="../tags/tag66.xml"/><Relationship Id="rId5" Type="http://schemas.openxmlformats.org/officeDocument/2006/relationships/image" Target="../media/image5.png"/><Relationship Id="rId4" Type="http://schemas.openxmlformats.org/officeDocument/2006/relationships/tags" Target="../tags/tag65.xml"/><Relationship Id="rId3" Type="http://schemas.openxmlformats.org/officeDocument/2006/relationships/image" Target="../media/image1.jpeg"/><Relationship Id="rId2" Type="http://schemas.openxmlformats.org/officeDocument/2006/relationships/tags" Target="../tags/tag64.xml"/><Relationship Id="rId14" Type="http://schemas.openxmlformats.org/officeDocument/2006/relationships/tags" Target="../tags/tag73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image" Target="../media/image2.png"/><Relationship Id="rId6" Type="http://schemas.openxmlformats.org/officeDocument/2006/relationships/tags" Target="../tags/tag76.xml"/><Relationship Id="rId5" Type="http://schemas.openxmlformats.org/officeDocument/2006/relationships/image" Target="../media/image5.png"/><Relationship Id="rId4" Type="http://schemas.openxmlformats.org/officeDocument/2006/relationships/tags" Target="../tags/tag75.xml"/><Relationship Id="rId3" Type="http://schemas.openxmlformats.org/officeDocument/2006/relationships/image" Target="../media/image1.jpeg"/><Relationship Id="rId2" Type="http://schemas.openxmlformats.org/officeDocument/2006/relationships/tags" Target="../tags/tag74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89.xml"/><Relationship Id="rId7" Type="http://schemas.openxmlformats.org/officeDocument/2006/relationships/image" Target="../media/image6.png"/><Relationship Id="rId6" Type="http://schemas.openxmlformats.org/officeDocument/2006/relationships/tags" Target="../tags/tag88.xml"/><Relationship Id="rId5" Type="http://schemas.openxmlformats.org/officeDocument/2006/relationships/image" Target="../media/image8.png"/><Relationship Id="rId4" Type="http://schemas.openxmlformats.org/officeDocument/2006/relationships/tags" Target="../tags/tag87.xml"/><Relationship Id="rId3" Type="http://schemas.openxmlformats.org/officeDocument/2006/relationships/image" Target="../media/image1.jpeg"/><Relationship Id="rId2" Type="http://schemas.openxmlformats.org/officeDocument/2006/relationships/tags" Target="../tags/tag86.xml"/><Relationship Id="rId13" Type="http://schemas.openxmlformats.org/officeDocument/2006/relationships/tags" Target="../tags/tag93.xml"/><Relationship Id="rId12" Type="http://schemas.openxmlformats.org/officeDocument/2006/relationships/tags" Target="../tags/tag92.xml"/><Relationship Id="rId11" Type="http://schemas.openxmlformats.org/officeDocument/2006/relationships/tags" Target="../tags/tag91.xml"/><Relationship Id="rId10" Type="http://schemas.openxmlformats.org/officeDocument/2006/relationships/tags" Target="../tags/tag9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image" Target="../media/image2.png"/><Relationship Id="rId6" Type="http://schemas.openxmlformats.org/officeDocument/2006/relationships/tags" Target="../tags/tag99.xml"/><Relationship Id="rId5" Type="http://schemas.openxmlformats.org/officeDocument/2006/relationships/image" Target="../media/image5.png"/><Relationship Id="rId4" Type="http://schemas.openxmlformats.org/officeDocument/2006/relationships/tags" Target="../tags/tag98.xml"/><Relationship Id="rId3" Type="http://schemas.openxmlformats.org/officeDocument/2006/relationships/image" Target="../media/image1.jpeg"/><Relationship Id="rId2" Type="http://schemas.openxmlformats.org/officeDocument/2006/relationships/tags" Target="../tags/tag97.xml"/><Relationship Id="rId14" Type="http://schemas.openxmlformats.org/officeDocument/2006/relationships/tags" Target="../tags/tag106.xml"/><Relationship Id="rId13" Type="http://schemas.openxmlformats.org/officeDocument/2006/relationships/tags" Target="../tags/tag105.xml"/><Relationship Id="rId12" Type="http://schemas.openxmlformats.org/officeDocument/2006/relationships/tags" Target="../tags/tag104.xml"/><Relationship Id="rId11" Type="http://schemas.openxmlformats.org/officeDocument/2006/relationships/tags" Target="../tags/tag103.xml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image" Target="../media/image2.png"/><Relationship Id="rId6" Type="http://schemas.openxmlformats.org/officeDocument/2006/relationships/tags" Target="../tags/tag109.xml"/><Relationship Id="rId5" Type="http://schemas.openxmlformats.org/officeDocument/2006/relationships/image" Target="../media/image5.png"/><Relationship Id="rId4" Type="http://schemas.openxmlformats.org/officeDocument/2006/relationships/tags" Target="../tags/tag108.xml"/><Relationship Id="rId3" Type="http://schemas.openxmlformats.org/officeDocument/2006/relationships/image" Target="../media/image1.jpeg"/><Relationship Id="rId2" Type="http://schemas.openxmlformats.org/officeDocument/2006/relationships/tags" Target="../tags/tag107.xml"/><Relationship Id="rId13" Type="http://schemas.openxmlformats.org/officeDocument/2006/relationships/tags" Target="../tags/tag115.xml"/><Relationship Id="rId12" Type="http://schemas.openxmlformats.org/officeDocument/2006/relationships/tags" Target="../tags/tag114.xml"/><Relationship Id="rId11" Type="http://schemas.openxmlformats.org/officeDocument/2006/relationships/tags" Target="../tags/tag113.xml"/><Relationship Id="rId10" Type="http://schemas.openxmlformats.org/officeDocument/2006/relationships/tags" Target="../tags/tag11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image" Target="../media/image2.png"/><Relationship Id="rId6" Type="http://schemas.openxmlformats.org/officeDocument/2006/relationships/tags" Target="../tags/tag118.xml"/><Relationship Id="rId5" Type="http://schemas.openxmlformats.org/officeDocument/2006/relationships/image" Target="../media/image5.png"/><Relationship Id="rId4" Type="http://schemas.openxmlformats.org/officeDocument/2006/relationships/tags" Target="../tags/tag117.xml"/><Relationship Id="rId3" Type="http://schemas.openxmlformats.org/officeDocument/2006/relationships/image" Target="../media/image1.jpeg"/><Relationship Id="rId2" Type="http://schemas.openxmlformats.org/officeDocument/2006/relationships/tags" Target="../tags/tag116.xml"/><Relationship Id="rId12" Type="http://schemas.openxmlformats.org/officeDocument/2006/relationships/tags" Target="../tags/tag123.xml"/><Relationship Id="rId11" Type="http://schemas.openxmlformats.org/officeDocument/2006/relationships/tags" Target="../tags/tag122.xml"/><Relationship Id="rId10" Type="http://schemas.openxmlformats.org/officeDocument/2006/relationships/tags" Target="../tags/tag121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image" Target="../media/image3.png"/><Relationship Id="rId7" Type="http://schemas.openxmlformats.org/officeDocument/2006/relationships/tags" Target="../tags/tag127.xml"/><Relationship Id="rId6" Type="http://schemas.openxmlformats.org/officeDocument/2006/relationships/tags" Target="../tags/tag126.xml"/><Relationship Id="rId5" Type="http://schemas.openxmlformats.org/officeDocument/2006/relationships/image" Target="../media/image2.png"/><Relationship Id="rId4" Type="http://schemas.openxmlformats.org/officeDocument/2006/relationships/tags" Target="../tags/tag125.xml"/><Relationship Id="rId3" Type="http://schemas.openxmlformats.org/officeDocument/2006/relationships/image" Target="../media/image1.jpeg"/><Relationship Id="rId2" Type="http://schemas.openxmlformats.org/officeDocument/2006/relationships/tags" Target="../tags/tag124.xml"/><Relationship Id="rId16" Type="http://schemas.openxmlformats.org/officeDocument/2006/relationships/tags" Target="../tags/tag134.xml"/><Relationship Id="rId15" Type="http://schemas.openxmlformats.org/officeDocument/2006/relationships/tags" Target="../tags/tag133.xml"/><Relationship Id="rId14" Type="http://schemas.openxmlformats.org/officeDocument/2006/relationships/tags" Target="../tags/tag132.xml"/><Relationship Id="rId13" Type="http://schemas.openxmlformats.org/officeDocument/2006/relationships/tags" Target="../tags/tag131.xml"/><Relationship Id="rId12" Type="http://schemas.openxmlformats.org/officeDocument/2006/relationships/tags" Target="../tags/tag130.xml"/><Relationship Id="rId11" Type="http://schemas.openxmlformats.org/officeDocument/2006/relationships/tags" Target="../tags/tag129.xml"/><Relationship Id="rId10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39.xml"/><Relationship Id="rId8" Type="http://schemas.openxmlformats.org/officeDocument/2006/relationships/tags" Target="../tags/tag138.xml"/><Relationship Id="rId7" Type="http://schemas.openxmlformats.org/officeDocument/2006/relationships/image" Target="../media/image2.png"/><Relationship Id="rId6" Type="http://schemas.openxmlformats.org/officeDocument/2006/relationships/tags" Target="../tags/tag137.xml"/><Relationship Id="rId5" Type="http://schemas.openxmlformats.org/officeDocument/2006/relationships/image" Target="../media/image5.png"/><Relationship Id="rId4" Type="http://schemas.openxmlformats.org/officeDocument/2006/relationships/tags" Target="../tags/tag136.xml"/><Relationship Id="rId3" Type="http://schemas.openxmlformats.org/officeDocument/2006/relationships/image" Target="../media/image1.jpeg"/><Relationship Id="rId2" Type="http://schemas.openxmlformats.org/officeDocument/2006/relationships/tags" Target="../tags/tag135.xml"/><Relationship Id="rId12" Type="http://schemas.openxmlformats.org/officeDocument/2006/relationships/tags" Target="../tags/tag142.xml"/><Relationship Id="rId11" Type="http://schemas.openxmlformats.org/officeDocument/2006/relationships/tags" Target="../tags/tag141.xml"/><Relationship Id="rId10" Type="http://schemas.openxmlformats.org/officeDocument/2006/relationships/tags" Target="../tags/tag140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tags" Target="../tags/tag147.xml"/><Relationship Id="rId7" Type="http://schemas.openxmlformats.org/officeDocument/2006/relationships/tags" Target="../tags/tag146.xml"/><Relationship Id="rId6" Type="http://schemas.openxmlformats.org/officeDocument/2006/relationships/image" Target="../media/image2.png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image" Target="../media/image1.jpeg"/><Relationship Id="rId2" Type="http://schemas.openxmlformats.org/officeDocument/2006/relationships/tags" Target="../tags/tag143.xml"/><Relationship Id="rId12" Type="http://schemas.openxmlformats.org/officeDocument/2006/relationships/tags" Target="../tags/tag151.xml"/><Relationship Id="rId11" Type="http://schemas.openxmlformats.org/officeDocument/2006/relationships/tags" Target="../tags/tag150.xml"/><Relationship Id="rId10" Type="http://schemas.openxmlformats.org/officeDocument/2006/relationships/tags" Target="../tags/tag149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57.xml"/><Relationship Id="rId8" Type="http://schemas.openxmlformats.org/officeDocument/2006/relationships/tags" Target="../tags/tag156.xml"/><Relationship Id="rId7" Type="http://schemas.openxmlformats.org/officeDocument/2006/relationships/tags" Target="../tags/tag155.xml"/><Relationship Id="rId6" Type="http://schemas.openxmlformats.org/officeDocument/2006/relationships/image" Target="../media/image2.png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" Type="http://schemas.openxmlformats.org/officeDocument/2006/relationships/image" Target="../media/image1.jpeg"/><Relationship Id="rId2" Type="http://schemas.openxmlformats.org/officeDocument/2006/relationships/tags" Target="../tags/tag152.xml"/><Relationship Id="rId12" Type="http://schemas.openxmlformats.org/officeDocument/2006/relationships/tags" Target="../tags/tag160.xml"/><Relationship Id="rId11" Type="http://schemas.openxmlformats.org/officeDocument/2006/relationships/tags" Target="../tags/tag159.xml"/><Relationship Id="rId10" Type="http://schemas.openxmlformats.org/officeDocument/2006/relationships/tags" Target="../tags/tag158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66.xml"/><Relationship Id="rId8" Type="http://schemas.openxmlformats.org/officeDocument/2006/relationships/tags" Target="../tags/tag165.xml"/><Relationship Id="rId7" Type="http://schemas.openxmlformats.org/officeDocument/2006/relationships/tags" Target="../tags/tag164.xml"/><Relationship Id="rId6" Type="http://schemas.openxmlformats.org/officeDocument/2006/relationships/image" Target="../media/image2.png"/><Relationship Id="rId5" Type="http://schemas.openxmlformats.org/officeDocument/2006/relationships/tags" Target="../tags/tag163.xml"/><Relationship Id="rId4" Type="http://schemas.openxmlformats.org/officeDocument/2006/relationships/tags" Target="../tags/tag162.xml"/><Relationship Id="rId3" Type="http://schemas.openxmlformats.org/officeDocument/2006/relationships/image" Target="../media/image1.jpeg"/><Relationship Id="rId2" Type="http://schemas.openxmlformats.org/officeDocument/2006/relationships/tags" Target="../tags/tag161.xml"/><Relationship Id="rId12" Type="http://schemas.openxmlformats.org/officeDocument/2006/relationships/tags" Target="../tags/tag169.xml"/><Relationship Id="rId11" Type="http://schemas.openxmlformats.org/officeDocument/2006/relationships/tags" Target="../tags/tag168.xml"/><Relationship Id="rId10" Type="http://schemas.openxmlformats.org/officeDocument/2006/relationships/tags" Target="../tags/tag167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75.xml"/><Relationship Id="rId8" Type="http://schemas.openxmlformats.org/officeDocument/2006/relationships/tags" Target="../tags/tag174.xml"/><Relationship Id="rId7" Type="http://schemas.openxmlformats.org/officeDocument/2006/relationships/tags" Target="../tags/tag173.xml"/><Relationship Id="rId6" Type="http://schemas.openxmlformats.org/officeDocument/2006/relationships/image" Target="../media/image2.png"/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image" Target="../media/image1.jpeg"/><Relationship Id="rId2" Type="http://schemas.openxmlformats.org/officeDocument/2006/relationships/tags" Target="../tags/tag170.xml"/><Relationship Id="rId12" Type="http://schemas.openxmlformats.org/officeDocument/2006/relationships/tags" Target="../tags/tag178.xml"/><Relationship Id="rId11" Type="http://schemas.openxmlformats.org/officeDocument/2006/relationships/tags" Target="../tags/tag177.xml"/><Relationship Id="rId10" Type="http://schemas.openxmlformats.org/officeDocument/2006/relationships/tags" Target="../tags/tag176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84.xml"/><Relationship Id="rId8" Type="http://schemas.openxmlformats.org/officeDocument/2006/relationships/tags" Target="../tags/tag183.xml"/><Relationship Id="rId7" Type="http://schemas.openxmlformats.org/officeDocument/2006/relationships/tags" Target="../tags/tag182.xml"/><Relationship Id="rId6" Type="http://schemas.openxmlformats.org/officeDocument/2006/relationships/image" Target="../media/image2.png"/><Relationship Id="rId5" Type="http://schemas.openxmlformats.org/officeDocument/2006/relationships/tags" Target="../tags/tag181.xml"/><Relationship Id="rId4" Type="http://schemas.openxmlformats.org/officeDocument/2006/relationships/tags" Target="../tags/tag180.xml"/><Relationship Id="rId3" Type="http://schemas.openxmlformats.org/officeDocument/2006/relationships/image" Target="../media/image1.jpeg"/><Relationship Id="rId2" Type="http://schemas.openxmlformats.org/officeDocument/2006/relationships/tags" Target="../tags/tag179.xml"/><Relationship Id="rId14" Type="http://schemas.openxmlformats.org/officeDocument/2006/relationships/tags" Target="../tags/tag189.xml"/><Relationship Id="rId13" Type="http://schemas.openxmlformats.org/officeDocument/2006/relationships/tags" Target="../tags/tag188.xml"/><Relationship Id="rId12" Type="http://schemas.openxmlformats.org/officeDocument/2006/relationships/tags" Target="../tags/tag187.xml"/><Relationship Id="rId11" Type="http://schemas.openxmlformats.org/officeDocument/2006/relationships/tags" Target="../tags/tag186.xml"/><Relationship Id="rId10" Type="http://schemas.openxmlformats.org/officeDocument/2006/relationships/tags" Target="../tags/tag185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95.xml"/><Relationship Id="rId8" Type="http://schemas.openxmlformats.org/officeDocument/2006/relationships/tags" Target="../tags/tag194.xml"/><Relationship Id="rId7" Type="http://schemas.openxmlformats.org/officeDocument/2006/relationships/tags" Target="../tags/tag193.xml"/><Relationship Id="rId6" Type="http://schemas.openxmlformats.org/officeDocument/2006/relationships/image" Target="../media/image2.png"/><Relationship Id="rId5" Type="http://schemas.openxmlformats.org/officeDocument/2006/relationships/tags" Target="../tags/tag192.xml"/><Relationship Id="rId4" Type="http://schemas.openxmlformats.org/officeDocument/2006/relationships/tags" Target="../tags/tag191.xml"/><Relationship Id="rId3" Type="http://schemas.openxmlformats.org/officeDocument/2006/relationships/image" Target="../media/image1.jpeg"/><Relationship Id="rId2" Type="http://schemas.openxmlformats.org/officeDocument/2006/relationships/tags" Target="../tags/tag190.xml"/><Relationship Id="rId12" Type="http://schemas.openxmlformats.org/officeDocument/2006/relationships/tags" Target="../tags/tag198.xml"/><Relationship Id="rId11" Type="http://schemas.openxmlformats.org/officeDocument/2006/relationships/tags" Target="../tags/tag197.xml"/><Relationship Id="rId10" Type="http://schemas.openxmlformats.org/officeDocument/2006/relationships/tags" Target="../tags/tag196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556" y="1524000"/>
            <a:ext cx="10972888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84" y="1523857"/>
            <a:ext cx="5257842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22060" y="1524000"/>
            <a:ext cx="5266690" cy="4724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601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7060" y="1524000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24411" y="1523712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24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7095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609457"/>
            <a:ext cx="355602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772660" y="609600"/>
            <a:ext cx="6807254" cy="5638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311400"/>
            <a:ext cx="3556000" cy="3937031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0" name="页脚占位符 29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2" name="日期占位符 3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547860" y="609600"/>
            <a:ext cx="2032016" cy="563884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636069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609600"/>
            <a:ext cx="10973435" cy="5638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国风1背景_画板 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82" y="-6032"/>
            <a:ext cx="12191436" cy="6857683"/>
          </a:xfrm>
          <a:prstGeom prst="rect">
            <a:avLst/>
          </a:prstGeom>
        </p:spPr>
      </p:pic>
      <p:pic>
        <p:nvPicPr>
          <p:cNvPr id="5" name="图片 4" descr="国风1装饰_画板 1 副本 2"/>
          <p:cNvPicPr/>
          <p:nvPr>
            <p:custDataLst>
              <p:tags r:id="rId4"/>
            </p:custDataLst>
          </p:nvPr>
        </p:nvPicPr>
        <p:blipFill>
          <a:blip r:embed="rId5"/>
          <a:srcRect l="14293" t="-6455" r="51026" b="75929"/>
          <a:stretch>
            <a:fillRect/>
          </a:stretch>
        </p:blipFill>
        <p:spPr>
          <a:xfrm>
            <a:off x="0" y="0"/>
            <a:ext cx="2032941" cy="1009686"/>
          </a:xfrm>
          <a:prstGeom prst="rect">
            <a:avLst/>
          </a:prstGeom>
        </p:spPr>
      </p:pic>
      <p:pic>
        <p:nvPicPr>
          <p:cNvPr id="6" name="图片 5" descr="国风1装饰_画板 1 副本 2"/>
          <p:cNvPicPr/>
          <p:nvPr>
            <p:custDataLst>
              <p:tags r:id="rId6"/>
            </p:custDataLst>
          </p:nvPr>
        </p:nvPicPr>
        <p:blipFill>
          <a:blip r:embed="rId5"/>
          <a:srcRect t="69878" r="82905"/>
          <a:stretch>
            <a:fillRect/>
          </a:stretch>
        </p:blipFill>
        <p:spPr>
          <a:xfrm>
            <a:off x="0" y="5611495"/>
            <a:ext cx="1255496" cy="1252220"/>
          </a:xfrm>
          <a:prstGeom prst="rect">
            <a:avLst/>
          </a:prstGeom>
        </p:spPr>
      </p:pic>
      <p:pic>
        <p:nvPicPr>
          <p:cNvPr id="7" name="图片 6" descr="图片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791075" y="2026828"/>
            <a:ext cx="7400925" cy="4831159"/>
          </a:xfrm>
          <a:prstGeom prst="rect">
            <a:avLst/>
          </a:prstGeom>
        </p:spPr>
      </p:pic>
      <p:pic>
        <p:nvPicPr>
          <p:cNvPr id="12" name="图片 11" descr="国风1小装饰条_画板 1 副本 3"/>
          <p:cNvPicPr/>
          <p:nvPr>
            <p:custDataLst>
              <p:tags r:id="rId9"/>
            </p:custDataLst>
          </p:nvPr>
        </p:nvPicPr>
        <p:blipFill>
          <a:blip r:embed="rId10"/>
          <a:srcRect l="83704" t="6142" r="3548" b="51121"/>
          <a:stretch>
            <a:fillRect/>
          </a:stretch>
        </p:blipFill>
        <p:spPr>
          <a:xfrm>
            <a:off x="10251659" y="-24765"/>
            <a:ext cx="1940342" cy="3672622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dk1">
                    <a:tint val="75000"/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/>
          <p:nvPr>
            <p:ph type="ctrTitle" idx="1" hasCustomPrompt="1"/>
            <p:custDataLst>
              <p:tags r:id="rId14"/>
            </p:custDataLst>
          </p:nvPr>
        </p:nvSpPr>
        <p:spPr>
          <a:xfrm>
            <a:off x="868680" y="2075046"/>
            <a:ext cx="4801222" cy="2162175"/>
          </a:xfrm>
        </p:spPr>
        <p:txBody>
          <a:bodyPr vert="horz" wrap="square" lIns="101600" tIns="38100" rIns="76200" bIns="381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2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5900" b="0" i="0" u="none" strike="noStrike" kern="1200" cap="none" spc="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  <p:sp>
        <p:nvSpPr>
          <p:cNvPr id="3" name="副标题 2"/>
          <p:cNvSpPr/>
          <p:nvPr>
            <p:ph type="subTitle" idx="2" hasCustomPrompt="1"/>
            <p:custDataLst>
              <p:tags r:id="rId15"/>
            </p:custDataLst>
          </p:nvPr>
        </p:nvSpPr>
        <p:spPr>
          <a:xfrm>
            <a:off x="868680" y="1502195"/>
            <a:ext cx="4658126" cy="507433"/>
          </a:xfrm>
        </p:spPr>
        <p:txBody>
          <a:bodyPr vert="horz" wrap="square" lIns="101600" tIns="0" rIns="82550" bIns="0" rtlCol="0" anchor="t" anchorCtr="0">
            <a:normAutofit/>
          </a:bodyPr>
          <a:lstStyle>
            <a:lvl1pPr marL="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2500" b="0" i="0" u="none" strike="noStrike" kern="1200" cap="none" spc="171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  <p:sp>
        <p:nvSpPr>
          <p:cNvPr id="8" name="文本占位符 3"/>
          <p:cNvSpPr/>
          <p:nvPr>
            <p:ph type="body" idx="3" hasCustomPrompt="1"/>
            <p:custDataLst>
              <p:tags r:id="rId16"/>
            </p:custDataLst>
          </p:nvPr>
        </p:nvSpPr>
        <p:spPr>
          <a:xfrm>
            <a:off x="868680" y="4878407"/>
            <a:ext cx="1502421" cy="467226"/>
          </a:xfrm>
        </p:spPr>
        <p:txBody>
          <a:bodyPr vert="horz" wrap="square" lIns="101600" tIns="0" rIns="82550" bIns="0" rtlCol="0" anchor="ctr" anchorCtr="0">
            <a:normAutofit/>
          </a:bodyPr>
          <a:lstStyle>
            <a:lvl1pPr marL="0" marR="0" indent="-22860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1800" b="0" i="0" u="none" strike="noStrike" kern="1200" cap="none" spc="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单击此处添加文本</a:t>
            </a:r>
            <a:endParaRPr>
              <a:sym typeface="+mn-ea"/>
            </a:endParaRPr>
          </a:p>
        </p:txBody>
      </p:sp>
      <p:sp>
        <p:nvSpPr>
          <p:cNvPr id="9" name="文本占位符 4"/>
          <p:cNvSpPr/>
          <p:nvPr>
            <p:ph type="body" idx="4" hasCustomPrompt="1"/>
            <p:custDataLst>
              <p:tags r:id="rId17"/>
            </p:custDataLst>
          </p:nvPr>
        </p:nvSpPr>
        <p:spPr>
          <a:xfrm>
            <a:off x="2616612" y="4867541"/>
            <a:ext cx="1714688" cy="457546"/>
          </a:xfrm>
        </p:spPr>
        <p:txBody>
          <a:bodyPr vert="horz" wrap="square" lIns="101600" tIns="0" rIns="82550" bIns="0" rtlCol="0" anchor="ctr" anchorCtr="0">
            <a:normAutofit/>
          </a:bodyPr>
          <a:lstStyle>
            <a:lvl1pPr marL="0" marR="0" indent="-22860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1800" b="0" i="0" u="none" strike="noStrike" kern="1200" cap="none" spc="0" normalizeH="0" baseline="0" noProof="1" dirty="0" err="1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单击此处添加文本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国风1背景_画板 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pic>
        <p:nvPicPr>
          <p:cNvPr id="13" name="图片 12" descr="国风正文"/>
          <p:cNvPicPr/>
          <p:nvPr>
            <p:custDataLst>
              <p:tags r:id="rId4"/>
            </p:custDataLst>
          </p:nvPr>
        </p:nvPicPr>
        <p:blipFill>
          <a:blip r:embed="rId5"/>
          <a:srcRect t="-1262" b="-4763"/>
          <a:stretch>
            <a:fillRect/>
          </a:stretch>
        </p:blipFill>
        <p:spPr>
          <a:xfrm>
            <a:off x="589474" y="219392"/>
            <a:ext cx="11047965" cy="6346825"/>
          </a:xfrm>
          <a:prstGeom prst="rect">
            <a:avLst/>
          </a:prstGeom>
        </p:spPr>
      </p:pic>
      <p:pic>
        <p:nvPicPr>
          <p:cNvPr id="12" name="图片 11" descr="国风1装饰_画板 1 副本 2"/>
          <p:cNvPicPr/>
          <p:nvPr>
            <p:custDataLst>
              <p:tags r:id="rId6"/>
            </p:custDataLst>
          </p:nvPr>
        </p:nvPicPr>
        <p:blipFill>
          <a:blip r:embed="rId7"/>
          <a:srcRect l="14293" t="-6455" r="51026" b="75929"/>
          <a:stretch>
            <a:fillRect/>
          </a:stretch>
        </p:blipFill>
        <p:spPr>
          <a:xfrm>
            <a:off x="10335036" y="0"/>
            <a:ext cx="1853776" cy="920701"/>
          </a:xfrm>
          <a:prstGeom prst="rect">
            <a:avLst/>
          </a:prstGeom>
        </p:spPr>
      </p:pic>
      <p:pic>
        <p:nvPicPr>
          <p:cNvPr id="7" name="图片 6" descr="国风1装饰_画板 1 副本 2"/>
          <p:cNvPicPr/>
          <p:nvPr>
            <p:custDataLst>
              <p:tags r:id="rId8"/>
            </p:custDataLst>
          </p:nvPr>
        </p:nvPicPr>
        <p:blipFill>
          <a:blip r:embed="rId7"/>
          <a:srcRect t="69878" r="82905"/>
          <a:stretch>
            <a:fillRect/>
          </a:stretch>
        </p:blipFill>
        <p:spPr>
          <a:xfrm>
            <a:off x="0" y="5051867"/>
            <a:ext cx="1811724" cy="180675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0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国风1背景_画板 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-317"/>
            <a:ext cx="12192000" cy="6857683"/>
          </a:xfrm>
          <a:prstGeom prst="rect">
            <a:avLst/>
          </a:prstGeom>
        </p:spPr>
      </p:pic>
      <p:pic>
        <p:nvPicPr>
          <p:cNvPr id="3" name="图片 2" descr="国风目录装饰_画板 1 副本 4"/>
          <p:cNvPicPr/>
          <p:nvPr>
            <p:custDataLst>
              <p:tags r:id="rId4"/>
            </p:custDataLst>
          </p:nvPr>
        </p:nvPicPr>
        <p:blipFill>
          <a:blip r:embed="rId5"/>
          <a:srcRect l="65270" b="41118"/>
          <a:stretch>
            <a:fillRect/>
          </a:stretch>
        </p:blipFill>
        <p:spPr>
          <a:xfrm>
            <a:off x="8467905" y="0"/>
            <a:ext cx="3724095" cy="3529695"/>
          </a:xfrm>
          <a:prstGeom prst="rect">
            <a:avLst/>
          </a:prstGeom>
        </p:spPr>
      </p:pic>
      <p:pic>
        <p:nvPicPr>
          <p:cNvPr id="2" name="图片 1" descr="图片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510" y="4132580"/>
            <a:ext cx="12174980" cy="272542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dk1">
                    <a:tint val="75000"/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dk1">
                    <a:tint val="75000"/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11"/>
            </p:custDataLst>
          </p:nvPr>
        </p:nvSpPr>
        <p:spPr>
          <a:xfrm>
            <a:off x="4846631" y="3358352"/>
            <a:ext cx="450215" cy="533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黑方W" panose="00020600040101010101" charset="-122"/>
              <a:ea typeface="汉仪黑方W" panose="00020600040101010101" charset="-122"/>
            </a:endParaRPr>
          </a:p>
        </p:txBody>
      </p:sp>
      <p:sp>
        <p:nvSpPr>
          <p:cNvPr id="9" name="标题 1"/>
          <p:cNvSpPr/>
          <p:nvPr>
            <p:ph type="ctrTitle" idx="2" hasCustomPrompt="1"/>
            <p:custDataLst>
              <p:tags r:id="rId12"/>
            </p:custDataLst>
          </p:nvPr>
        </p:nvSpPr>
        <p:spPr>
          <a:xfrm>
            <a:off x="751205" y="1798157"/>
            <a:ext cx="8640432" cy="1172845"/>
          </a:xfrm>
          <a:noFill/>
        </p:spPr>
        <p:txBody>
          <a:bodyPr vert="horz" wrap="square" lIns="101600" tIns="38100" rIns="76200" bIns="381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5900" b="1" i="0" u="none" strike="noStrike" kern="1200" cap="none" spc="60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  <p:sp>
        <p:nvSpPr>
          <p:cNvPr id="10" name="副标题 2"/>
          <p:cNvSpPr/>
          <p:nvPr>
            <p:ph type="subTitle" idx="3" hasCustomPrompt="1"/>
            <p:custDataLst>
              <p:tags r:id="rId13"/>
            </p:custDataLst>
          </p:nvPr>
        </p:nvSpPr>
        <p:spPr>
          <a:xfrm>
            <a:off x="1941195" y="3762212"/>
            <a:ext cx="6260452" cy="845511"/>
          </a:xfrm>
          <a:noFill/>
        </p:spPr>
        <p:txBody>
          <a:bodyPr vert="horz" wrap="square" lIns="101600" tIns="0" rIns="82550" bIns="0" rtlCol="0" anchor="t" anchorCtr="0">
            <a:normAutofit/>
          </a:bodyPr>
          <a:lstStyle>
            <a:lvl1pPr marL="0" marR="0" indent="-228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4000" b="0" i="0" u="none" strike="noStrike" kern="1200" cap="none" spc="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国风1背景_画板 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pic>
        <p:nvPicPr>
          <p:cNvPr id="13" name="图片 12" descr="国风正文"/>
          <p:cNvPicPr/>
          <p:nvPr>
            <p:custDataLst>
              <p:tags r:id="rId4"/>
            </p:custDataLst>
          </p:nvPr>
        </p:nvPicPr>
        <p:blipFill>
          <a:blip r:embed="rId5"/>
          <a:srcRect t="-1262" b="-4763"/>
          <a:stretch>
            <a:fillRect/>
          </a:stretch>
        </p:blipFill>
        <p:spPr>
          <a:xfrm>
            <a:off x="589474" y="219392"/>
            <a:ext cx="11047965" cy="6346825"/>
          </a:xfrm>
          <a:prstGeom prst="rect">
            <a:avLst/>
          </a:prstGeom>
        </p:spPr>
      </p:pic>
      <p:pic>
        <p:nvPicPr>
          <p:cNvPr id="12" name="图片 11" descr="国风1装饰_画板 1 副本 2"/>
          <p:cNvPicPr/>
          <p:nvPr>
            <p:custDataLst>
              <p:tags r:id="rId6"/>
            </p:custDataLst>
          </p:nvPr>
        </p:nvPicPr>
        <p:blipFill>
          <a:blip r:embed="rId7"/>
          <a:srcRect l="14293" t="-6455" r="51026" b="75929"/>
          <a:stretch>
            <a:fillRect/>
          </a:stretch>
        </p:blipFill>
        <p:spPr>
          <a:xfrm>
            <a:off x="10335036" y="0"/>
            <a:ext cx="1853776" cy="920701"/>
          </a:xfrm>
          <a:prstGeom prst="rect">
            <a:avLst/>
          </a:prstGeom>
        </p:spPr>
      </p:pic>
      <p:pic>
        <p:nvPicPr>
          <p:cNvPr id="8" name="图片 7" descr="国风1装饰_画板 1 副本 2"/>
          <p:cNvPicPr/>
          <p:nvPr>
            <p:custDataLst>
              <p:tags r:id="rId8"/>
            </p:custDataLst>
          </p:nvPr>
        </p:nvPicPr>
        <p:blipFill>
          <a:blip r:embed="rId7"/>
          <a:srcRect t="69878" r="82905"/>
          <a:stretch>
            <a:fillRect/>
          </a:stretch>
        </p:blipFill>
        <p:spPr>
          <a:xfrm>
            <a:off x="0" y="5051867"/>
            <a:ext cx="1811724" cy="180675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10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1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lt1"/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  <a:lvl2pPr eaLnBrk="1" fontAlgn="auto" latinLnBrk="0" hangingPunct="1">
              <a:defRPr sz="1600">
                <a:solidFill>
                  <a:schemeClr val="lt1"/>
                </a:solidFill>
                <a:latin typeface="Arial" panose="020B0604020202020204" pitchFamily="34" charset="0"/>
                <a:ea typeface="汉仪黑方W" panose="00020600040101010101" charset="-122"/>
              </a:defRPr>
            </a:lvl2pPr>
            <a:lvl3pPr eaLnBrk="1" fontAlgn="auto" latinLnBrk="0" hangingPunct="1">
              <a:defRPr sz="1600">
                <a:solidFill>
                  <a:schemeClr val="lt1"/>
                </a:solidFill>
                <a:latin typeface="Arial" panose="020B0604020202020204" pitchFamily="34" charset="0"/>
                <a:ea typeface="汉仪黑方W" panose="00020600040101010101" charset="-122"/>
              </a:defRPr>
            </a:lvl3pPr>
            <a:lvl4pPr eaLnBrk="1" fontAlgn="auto" latinLnBrk="0" hangingPunct="1">
              <a:defRPr sz="1600">
                <a:solidFill>
                  <a:schemeClr val="lt1"/>
                </a:solidFill>
                <a:latin typeface="Arial" panose="020B0604020202020204" pitchFamily="34" charset="0"/>
                <a:ea typeface="汉仪黑方W" panose="00020600040101010101" charset="-122"/>
              </a:defRPr>
            </a:lvl4pPr>
            <a:lvl5pPr eaLnBrk="1" fontAlgn="auto" latinLnBrk="0" hangingPunct="1">
              <a:defRPr sz="1600">
                <a:solidFill>
                  <a:schemeClr val="lt1"/>
                </a:solidFill>
                <a:latin typeface="Arial" panose="020B0604020202020204" pitchFamily="34" charset="0"/>
                <a:ea typeface="汉仪黑方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国风1背景_画板 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pic>
        <p:nvPicPr>
          <p:cNvPr id="13" name="图片 12" descr="国风正文"/>
          <p:cNvPicPr/>
          <p:nvPr>
            <p:custDataLst>
              <p:tags r:id="rId4"/>
            </p:custDataLst>
          </p:nvPr>
        </p:nvPicPr>
        <p:blipFill>
          <a:blip r:embed="rId5"/>
          <a:srcRect t="-1262" b="-4763"/>
          <a:stretch>
            <a:fillRect/>
          </a:stretch>
        </p:blipFill>
        <p:spPr>
          <a:xfrm>
            <a:off x="589474" y="219392"/>
            <a:ext cx="11047965" cy="6346825"/>
          </a:xfrm>
          <a:prstGeom prst="rect">
            <a:avLst/>
          </a:prstGeom>
        </p:spPr>
      </p:pic>
      <p:pic>
        <p:nvPicPr>
          <p:cNvPr id="12" name="图片 11" descr="国风1装饰_画板 1 副本 2"/>
          <p:cNvPicPr/>
          <p:nvPr>
            <p:custDataLst>
              <p:tags r:id="rId6"/>
            </p:custDataLst>
          </p:nvPr>
        </p:nvPicPr>
        <p:blipFill>
          <a:blip r:embed="rId7"/>
          <a:srcRect l="14293" t="-6455" r="51026" b="75929"/>
          <a:stretch>
            <a:fillRect/>
          </a:stretch>
        </p:blipFill>
        <p:spPr>
          <a:xfrm>
            <a:off x="10335036" y="0"/>
            <a:ext cx="1853776" cy="920701"/>
          </a:xfrm>
          <a:prstGeom prst="rect">
            <a:avLst/>
          </a:prstGeom>
        </p:spPr>
      </p:pic>
      <p:pic>
        <p:nvPicPr>
          <p:cNvPr id="10" name="图片 9" descr="国风1装饰_画板 1 副本 2"/>
          <p:cNvPicPr/>
          <p:nvPr>
            <p:custDataLst>
              <p:tags r:id="rId8"/>
            </p:custDataLst>
          </p:nvPr>
        </p:nvPicPr>
        <p:blipFill>
          <a:blip r:embed="rId7"/>
          <a:srcRect t="69878" r="82905"/>
          <a:stretch>
            <a:fillRect/>
          </a:stretch>
        </p:blipFill>
        <p:spPr>
          <a:xfrm>
            <a:off x="0" y="5051867"/>
            <a:ext cx="1811724" cy="180675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0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1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2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3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国风1背景_画板 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29" y="0"/>
            <a:ext cx="12192000" cy="6857683"/>
          </a:xfrm>
          <a:prstGeom prst="rect">
            <a:avLst/>
          </a:prstGeom>
        </p:spPr>
      </p:pic>
      <p:pic>
        <p:nvPicPr>
          <p:cNvPr id="6" name="图片 5" descr="国风目录"/>
          <p:cNvPicPr/>
          <p:nvPr>
            <p:custDataLst>
              <p:tags r:id="rId4"/>
            </p:custDataLst>
          </p:nvPr>
        </p:nvPicPr>
        <p:blipFill>
          <a:blip r:embed="rId5"/>
          <a:srcRect l="-2113" r="-2113"/>
          <a:stretch>
            <a:fillRect/>
          </a:stretch>
        </p:blipFill>
        <p:spPr>
          <a:xfrm>
            <a:off x="1362362" y="1668917"/>
            <a:ext cx="9468863" cy="3520165"/>
          </a:xfrm>
          <a:prstGeom prst="rect">
            <a:avLst/>
          </a:prstGeom>
        </p:spPr>
      </p:pic>
      <p:pic>
        <p:nvPicPr>
          <p:cNvPr id="39" name="图片 38" descr="国风目录装饰_画板 1 副本 4"/>
          <p:cNvPicPr/>
          <p:nvPr>
            <p:custDataLst>
              <p:tags r:id="rId6"/>
            </p:custDataLst>
          </p:nvPr>
        </p:nvPicPr>
        <p:blipFill>
          <a:blip r:embed="rId7"/>
          <a:srcRect l="38948" b="14329"/>
          <a:stretch>
            <a:fillRect/>
          </a:stretch>
        </p:blipFill>
        <p:spPr>
          <a:xfrm>
            <a:off x="6662559" y="0"/>
            <a:ext cx="5530870" cy="4371718"/>
          </a:xfrm>
          <a:prstGeom prst="rect">
            <a:avLst/>
          </a:prstGeom>
        </p:spPr>
      </p:pic>
      <p:pic>
        <p:nvPicPr>
          <p:cNvPr id="9" name="图片 8" descr="国风目录装饰_画板 1 副本 5"/>
          <p:cNvPicPr/>
          <p:nvPr>
            <p:custDataLst>
              <p:tags r:id="rId8"/>
            </p:custDataLst>
          </p:nvPr>
        </p:nvPicPr>
        <p:blipFill>
          <a:blip r:embed="rId9"/>
          <a:srcRect l="47196" t="23122"/>
          <a:stretch>
            <a:fillRect/>
          </a:stretch>
        </p:blipFill>
        <p:spPr>
          <a:xfrm flipH="1">
            <a:off x="795" y="2764437"/>
            <a:ext cx="4994470" cy="40935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/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国风1背景_画板 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pic>
        <p:nvPicPr>
          <p:cNvPr id="13" name="图片 12" descr="国风正文"/>
          <p:cNvPicPr/>
          <p:nvPr>
            <p:custDataLst>
              <p:tags r:id="rId4"/>
            </p:custDataLst>
          </p:nvPr>
        </p:nvPicPr>
        <p:blipFill>
          <a:blip r:embed="rId5"/>
          <a:srcRect t="-1262" b="-4763"/>
          <a:stretch>
            <a:fillRect/>
          </a:stretch>
        </p:blipFill>
        <p:spPr>
          <a:xfrm>
            <a:off x="589474" y="219392"/>
            <a:ext cx="11047965" cy="6346825"/>
          </a:xfrm>
          <a:prstGeom prst="rect">
            <a:avLst/>
          </a:prstGeom>
        </p:spPr>
      </p:pic>
      <p:pic>
        <p:nvPicPr>
          <p:cNvPr id="12" name="图片 11" descr="国风1装饰_画板 1 副本 2"/>
          <p:cNvPicPr/>
          <p:nvPr>
            <p:custDataLst>
              <p:tags r:id="rId6"/>
            </p:custDataLst>
          </p:nvPr>
        </p:nvPicPr>
        <p:blipFill>
          <a:blip r:embed="rId7"/>
          <a:srcRect l="14293" t="-6455" r="51026" b="75929"/>
          <a:stretch>
            <a:fillRect/>
          </a:stretch>
        </p:blipFill>
        <p:spPr>
          <a:xfrm>
            <a:off x="10335036" y="0"/>
            <a:ext cx="1853776" cy="920701"/>
          </a:xfrm>
          <a:prstGeom prst="rect">
            <a:avLst/>
          </a:prstGeom>
        </p:spPr>
      </p:pic>
      <p:pic>
        <p:nvPicPr>
          <p:cNvPr id="8" name="图片 7" descr="国风1装饰_画板 1 副本 2"/>
          <p:cNvPicPr/>
          <p:nvPr>
            <p:custDataLst>
              <p:tags r:id="rId8"/>
            </p:custDataLst>
          </p:nvPr>
        </p:nvPicPr>
        <p:blipFill>
          <a:blip r:embed="rId7"/>
          <a:srcRect t="69878" r="82905"/>
          <a:stretch>
            <a:fillRect/>
          </a:stretch>
        </p:blipFill>
        <p:spPr>
          <a:xfrm>
            <a:off x="0" y="5051867"/>
            <a:ext cx="1811724" cy="180675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0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金陵刻经 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1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国风1背景_画板 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pic>
        <p:nvPicPr>
          <p:cNvPr id="13" name="图片 12" descr="国风正文"/>
          <p:cNvPicPr/>
          <p:nvPr>
            <p:custDataLst>
              <p:tags r:id="rId4"/>
            </p:custDataLst>
          </p:nvPr>
        </p:nvPicPr>
        <p:blipFill>
          <a:blip r:embed="rId5"/>
          <a:srcRect t="-1262" b="-4763"/>
          <a:stretch>
            <a:fillRect/>
          </a:stretch>
        </p:blipFill>
        <p:spPr>
          <a:xfrm>
            <a:off x="589474" y="219392"/>
            <a:ext cx="11047965" cy="6346825"/>
          </a:xfrm>
          <a:prstGeom prst="rect">
            <a:avLst/>
          </a:prstGeom>
        </p:spPr>
      </p:pic>
      <p:pic>
        <p:nvPicPr>
          <p:cNvPr id="12" name="图片 11" descr="国风1装饰_画板 1 副本 2"/>
          <p:cNvPicPr/>
          <p:nvPr>
            <p:custDataLst>
              <p:tags r:id="rId6"/>
            </p:custDataLst>
          </p:nvPr>
        </p:nvPicPr>
        <p:blipFill>
          <a:blip r:embed="rId7"/>
          <a:srcRect l="14293" t="-6455" r="51026" b="75929"/>
          <a:stretch>
            <a:fillRect/>
          </a:stretch>
        </p:blipFill>
        <p:spPr>
          <a:xfrm>
            <a:off x="10335036" y="0"/>
            <a:ext cx="1853776" cy="920701"/>
          </a:xfrm>
          <a:prstGeom prst="rect">
            <a:avLst/>
          </a:prstGeom>
        </p:spPr>
      </p:pic>
      <p:pic>
        <p:nvPicPr>
          <p:cNvPr id="7" name="图片 6" descr="国风1装饰_画板 1 副本 2"/>
          <p:cNvPicPr/>
          <p:nvPr>
            <p:custDataLst>
              <p:tags r:id="rId8"/>
            </p:custDataLst>
          </p:nvPr>
        </p:nvPicPr>
        <p:blipFill>
          <a:blip r:embed="rId7"/>
          <a:srcRect t="69878" r="82905"/>
          <a:stretch>
            <a:fillRect/>
          </a:stretch>
        </p:blipFill>
        <p:spPr>
          <a:xfrm>
            <a:off x="0" y="5051867"/>
            <a:ext cx="1811724" cy="1806756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9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10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lt1"/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  <a:lvl2pPr indent="0" eaLnBrk="1" fontAlgn="auto" latinLnBrk="0" hangingPunct="1">
              <a:defRPr>
                <a:solidFill>
                  <a:schemeClr val="lt1"/>
                </a:solidFill>
                <a:latin typeface="Arial" panose="020B0604020202020204" pitchFamily="34" charset="0"/>
                <a:ea typeface="汉仪黑方W" panose="00020600040101010101" charset="-122"/>
              </a:defRPr>
            </a:lvl2pPr>
            <a:lvl3pPr indent="0" eaLnBrk="1" fontAlgn="auto" latinLnBrk="0" hangingPunct="1">
              <a:defRPr>
                <a:solidFill>
                  <a:schemeClr val="lt1"/>
                </a:solidFill>
                <a:latin typeface="Arial" panose="020B0604020202020204" pitchFamily="34" charset="0"/>
                <a:ea typeface="汉仪黑方W" panose="00020600040101010101" charset="-122"/>
              </a:defRPr>
            </a:lvl3pPr>
            <a:lvl4pPr indent="0" eaLnBrk="1" fontAlgn="auto" latinLnBrk="0" hangingPunct="1">
              <a:defRPr>
                <a:solidFill>
                  <a:schemeClr val="lt1"/>
                </a:solidFill>
                <a:latin typeface="Arial" panose="020B0604020202020204" pitchFamily="34" charset="0"/>
                <a:ea typeface="汉仪黑方W" panose="00020600040101010101" charset="-122"/>
              </a:defRPr>
            </a:lvl4pPr>
            <a:lvl5pPr indent="0" eaLnBrk="1" fontAlgn="auto" latinLnBrk="0" hangingPunct="1">
              <a:defRPr>
                <a:solidFill>
                  <a:schemeClr val="lt1"/>
                </a:solidFill>
                <a:latin typeface="Arial" panose="020B0604020202020204" pitchFamily="34" charset="0"/>
                <a:ea typeface="汉仪黑方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国风1背景_画板 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pic>
        <p:nvPicPr>
          <p:cNvPr id="13" name="图片 12" descr="国风正文"/>
          <p:cNvPicPr/>
          <p:nvPr>
            <p:custDataLst>
              <p:tags r:id="rId4"/>
            </p:custDataLst>
          </p:nvPr>
        </p:nvPicPr>
        <p:blipFill>
          <a:blip r:embed="rId5"/>
          <a:srcRect t="-1262" b="-4763"/>
          <a:stretch>
            <a:fillRect/>
          </a:stretch>
        </p:blipFill>
        <p:spPr>
          <a:xfrm>
            <a:off x="589474" y="219392"/>
            <a:ext cx="11047965" cy="6346825"/>
          </a:xfrm>
          <a:prstGeom prst="rect">
            <a:avLst/>
          </a:prstGeom>
        </p:spPr>
      </p:pic>
      <p:pic>
        <p:nvPicPr>
          <p:cNvPr id="12" name="图片 11" descr="国风1装饰_画板 1 副本 2"/>
          <p:cNvPicPr/>
          <p:nvPr>
            <p:custDataLst>
              <p:tags r:id="rId6"/>
            </p:custDataLst>
          </p:nvPr>
        </p:nvPicPr>
        <p:blipFill>
          <a:blip r:embed="rId7"/>
          <a:srcRect l="14293" t="-6455" r="51026" b="75929"/>
          <a:stretch>
            <a:fillRect/>
          </a:stretch>
        </p:blipFill>
        <p:spPr>
          <a:xfrm>
            <a:off x="10335036" y="0"/>
            <a:ext cx="1853776" cy="920701"/>
          </a:xfrm>
          <a:prstGeom prst="rect">
            <a:avLst/>
          </a:prstGeom>
        </p:spPr>
      </p:pic>
      <p:pic>
        <p:nvPicPr>
          <p:cNvPr id="2" name="图片 1" descr="国风1装饰_画板 1 副本 2"/>
          <p:cNvPicPr/>
          <p:nvPr>
            <p:custDataLst>
              <p:tags r:id="rId8"/>
            </p:custDataLst>
          </p:nvPr>
        </p:nvPicPr>
        <p:blipFill>
          <a:blip r:embed="rId7"/>
          <a:srcRect t="69878" r="82905"/>
          <a:stretch>
            <a:fillRect/>
          </a:stretch>
        </p:blipFill>
        <p:spPr>
          <a:xfrm>
            <a:off x="0" y="5051867"/>
            <a:ext cx="1811724" cy="1806756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2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lt1"/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  <a:lvl2pPr>
              <a:defRPr>
                <a:solidFill>
                  <a:schemeClr val="lt1"/>
                </a:solidFill>
                <a:latin typeface="Arial" panose="020B0604020202020204" pitchFamily="34" charset="0"/>
                <a:ea typeface="汉仪黑方W" panose="00020600040101010101" charset="-122"/>
              </a:defRPr>
            </a:lvl2pPr>
            <a:lvl3pPr>
              <a:defRPr>
                <a:solidFill>
                  <a:schemeClr val="lt1"/>
                </a:solidFill>
                <a:latin typeface="Arial" panose="020B0604020202020204" pitchFamily="34" charset="0"/>
                <a:ea typeface="汉仪黑方W" panose="00020600040101010101" charset="-122"/>
              </a:defRPr>
            </a:lvl3pPr>
            <a:lvl4pPr>
              <a:defRPr>
                <a:solidFill>
                  <a:schemeClr val="lt1"/>
                </a:solidFill>
                <a:latin typeface="Arial" panose="020B0604020202020204" pitchFamily="34" charset="0"/>
                <a:ea typeface="汉仪黑方W" panose="00020600040101010101" charset="-122"/>
              </a:defRPr>
            </a:lvl4pPr>
            <a:lvl5pPr>
              <a:defRPr>
                <a:solidFill>
                  <a:schemeClr val="lt1"/>
                </a:solidFill>
                <a:latin typeface="Arial" panose="020B0604020202020204" pitchFamily="34" charset="0"/>
                <a:ea typeface="汉仪黑方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国风1背景_画板 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82" y="-6032"/>
            <a:ext cx="12191436" cy="6857683"/>
          </a:xfrm>
          <a:prstGeom prst="rect">
            <a:avLst/>
          </a:prstGeom>
        </p:spPr>
      </p:pic>
      <p:pic>
        <p:nvPicPr>
          <p:cNvPr id="2" name="图片 1" descr="国风1装饰_画板 1 副本 2"/>
          <p:cNvPicPr/>
          <p:nvPr>
            <p:custDataLst>
              <p:tags r:id="rId4"/>
            </p:custDataLst>
          </p:nvPr>
        </p:nvPicPr>
        <p:blipFill>
          <a:blip r:embed="rId5"/>
          <a:srcRect l="14293" t="-6455" r="51026" b="75929"/>
          <a:stretch>
            <a:fillRect/>
          </a:stretch>
        </p:blipFill>
        <p:spPr>
          <a:xfrm>
            <a:off x="0" y="0"/>
            <a:ext cx="2032941" cy="1009686"/>
          </a:xfrm>
          <a:prstGeom prst="rect">
            <a:avLst/>
          </a:prstGeom>
        </p:spPr>
      </p:pic>
      <p:pic>
        <p:nvPicPr>
          <p:cNvPr id="6" name="图片 5" descr="国风1装饰_画板 1 副本 2"/>
          <p:cNvPicPr/>
          <p:nvPr>
            <p:custDataLst>
              <p:tags r:id="rId6"/>
            </p:custDataLst>
          </p:nvPr>
        </p:nvPicPr>
        <p:blipFill>
          <a:blip r:embed="rId5"/>
          <a:srcRect t="69878" r="82905"/>
          <a:stretch>
            <a:fillRect/>
          </a:stretch>
        </p:blipFill>
        <p:spPr>
          <a:xfrm>
            <a:off x="0" y="5611495"/>
            <a:ext cx="1255496" cy="1252220"/>
          </a:xfrm>
          <a:prstGeom prst="rect">
            <a:avLst/>
          </a:prstGeom>
        </p:spPr>
      </p:pic>
      <p:pic>
        <p:nvPicPr>
          <p:cNvPr id="7" name="图片 6" descr="图片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791075" y="2026828"/>
            <a:ext cx="7400925" cy="4831159"/>
          </a:xfrm>
          <a:prstGeom prst="rect">
            <a:avLst/>
          </a:prstGeom>
        </p:spPr>
      </p:pic>
      <p:pic>
        <p:nvPicPr>
          <p:cNvPr id="12" name="图片 11" descr="国风1小装饰条_画板 1 副本 3"/>
          <p:cNvPicPr/>
          <p:nvPr>
            <p:custDataLst>
              <p:tags r:id="rId9"/>
            </p:custDataLst>
          </p:nvPr>
        </p:nvPicPr>
        <p:blipFill>
          <a:blip r:embed="rId10"/>
          <a:srcRect l="83704" t="6142" r="3548" b="51121"/>
          <a:stretch>
            <a:fillRect/>
          </a:stretch>
        </p:blipFill>
        <p:spPr>
          <a:xfrm>
            <a:off x="10251659" y="-24765"/>
            <a:ext cx="1940342" cy="3672622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dk1">
                    <a:tint val="75000"/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1"/>
          <p:cNvSpPr/>
          <p:nvPr>
            <p:ph type="title" idx="1" hasCustomPrompt="1"/>
            <p:custDataLst>
              <p:tags r:id="rId14"/>
            </p:custDataLst>
          </p:nvPr>
        </p:nvSpPr>
        <p:spPr>
          <a:xfrm>
            <a:off x="342265" y="2171151"/>
            <a:ext cx="3935717" cy="1106805"/>
          </a:xfrm>
        </p:spPr>
        <p:txBody>
          <a:bodyPr vert="horz" wrap="square" lIns="101600" tIns="38100" rIns="76200" bIns="38100" rtlCol="0" anchor="t" anchorCtr="0">
            <a:normAutofit/>
          </a:bodyPr>
          <a:lstStyle>
            <a:defPPr>
              <a:defRPr lang="zh-CN"/>
            </a:defPPr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5900" b="0" i="0" u="none" strike="noStrike" kern="1200" cap="none" spc="20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  <p:sp>
        <p:nvSpPr>
          <p:cNvPr id="10" name="副标题 5"/>
          <p:cNvSpPr/>
          <p:nvPr>
            <p:ph type="subTitle" idx="2" hasCustomPrompt="1"/>
            <p:custDataLst>
              <p:tags r:id="rId15"/>
            </p:custDataLst>
          </p:nvPr>
        </p:nvSpPr>
        <p:spPr>
          <a:xfrm>
            <a:off x="342265" y="3322406"/>
            <a:ext cx="5045062" cy="497248"/>
          </a:xfrm>
        </p:spPr>
        <p:txBody>
          <a:bodyPr vert="horz" wrap="square" lIns="101600" tIns="0" rIns="82550" bIns="0" rtlCol="0">
            <a:normAutofit/>
          </a:bodyPr>
          <a:lstStyle>
            <a:defPPr>
              <a:defRPr lang="zh-CN"/>
            </a:defPPr>
            <a:lvl1pPr marL="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2200" b="0" i="0" u="none" strike="noStrike" kern="1200" cap="none" spc="30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n-cs"/>
              </a:defRPr>
            </a:lvl1pPr>
            <a:lvl2pPr marL="457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  <p:sp>
        <p:nvSpPr>
          <p:cNvPr id="11" name="文本占位符 6"/>
          <p:cNvSpPr/>
          <p:nvPr>
            <p:ph type="body" idx="3" hasCustomPrompt="1"/>
            <p:custDataLst>
              <p:tags r:id="rId16"/>
            </p:custDataLst>
          </p:nvPr>
        </p:nvSpPr>
        <p:spPr>
          <a:xfrm>
            <a:off x="342265" y="3995550"/>
            <a:ext cx="6696697" cy="1272324"/>
          </a:xfrm>
        </p:spPr>
        <p:txBody>
          <a:bodyPr vert="horz" wrap="square" lIns="101600" tIns="0" rIns="82550" bIns="0" rtlCol="0">
            <a:normAutofit/>
          </a:bodyPr>
          <a:lstStyle>
            <a:defPPr>
              <a:defRPr lang="zh-CN"/>
            </a:defPPr>
            <a:lvl1pPr marL="0" marR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黑方W" panose="00020600040101010101" charset="-122"/>
                <a:cs typeface="+mn-cs"/>
              </a:defRPr>
            </a:lvl1pPr>
            <a:lvl2pPr marL="457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单击此处添加文本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国风1背景_画板 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pic>
        <p:nvPicPr>
          <p:cNvPr id="13" name="图片 12" descr="国风正文"/>
          <p:cNvPicPr/>
          <p:nvPr>
            <p:custDataLst>
              <p:tags r:id="rId4"/>
            </p:custDataLst>
          </p:nvPr>
        </p:nvPicPr>
        <p:blipFill>
          <a:blip r:embed="rId5"/>
          <a:srcRect t="-1262" b="-4763"/>
          <a:stretch>
            <a:fillRect/>
          </a:stretch>
        </p:blipFill>
        <p:spPr>
          <a:xfrm>
            <a:off x="589474" y="219392"/>
            <a:ext cx="11047965" cy="6346825"/>
          </a:xfrm>
          <a:prstGeom prst="rect">
            <a:avLst/>
          </a:prstGeom>
        </p:spPr>
      </p:pic>
      <p:pic>
        <p:nvPicPr>
          <p:cNvPr id="12" name="图片 11" descr="国风1装饰_画板 1 副本 2"/>
          <p:cNvPicPr/>
          <p:nvPr>
            <p:custDataLst>
              <p:tags r:id="rId6"/>
            </p:custDataLst>
          </p:nvPr>
        </p:nvPicPr>
        <p:blipFill>
          <a:blip r:embed="rId7"/>
          <a:srcRect l="14293" t="-6455" r="51026" b="75929"/>
          <a:stretch>
            <a:fillRect/>
          </a:stretch>
        </p:blipFill>
        <p:spPr>
          <a:xfrm>
            <a:off x="10335036" y="0"/>
            <a:ext cx="1853776" cy="920701"/>
          </a:xfrm>
          <a:prstGeom prst="rect">
            <a:avLst/>
          </a:prstGeom>
        </p:spPr>
      </p:pic>
      <p:pic>
        <p:nvPicPr>
          <p:cNvPr id="6" name="图片 5" descr="国风1装饰_画板 1 副本 2"/>
          <p:cNvPicPr/>
          <p:nvPr>
            <p:custDataLst>
              <p:tags r:id="rId8"/>
            </p:custDataLst>
          </p:nvPr>
        </p:nvPicPr>
        <p:blipFill>
          <a:blip r:embed="rId7"/>
          <a:srcRect t="69878" r="82905"/>
          <a:stretch>
            <a:fillRect/>
          </a:stretch>
        </p:blipFill>
        <p:spPr>
          <a:xfrm>
            <a:off x="0" y="5051867"/>
            <a:ext cx="1811724" cy="180675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国风1背景_画板 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12" name="图片 11" descr="国风1装饰_画板 1 副本 2"/>
          <p:cNvPicPr/>
          <p:nvPr>
            <p:custDataLst>
              <p:tags r:id="rId5"/>
            </p:custDataLst>
          </p:nvPr>
        </p:nvPicPr>
        <p:blipFill>
          <a:blip r:embed="rId6"/>
          <a:srcRect l="14293" t="-6455" r="51026" b="75929"/>
          <a:stretch>
            <a:fillRect/>
          </a:stretch>
        </p:blipFill>
        <p:spPr>
          <a:xfrm>
            <a:off x="10632366" y="0"/>
            <a:ext cx="1556445" cy="773028"/>
          </a:xfrm>
          <a:prstGeom prst="rect">
            <a:avLst/>
          </a:prstGeom>
        </p:spPr>
      </p:pic>
      <p:pic>
        <p:nvPicPr>
          <p:cNvPr id="6" name="图片 5" descr="国风1装饰_画板 1 副本 2"/>
          <p:cNvPicPr/>
          <p:nvPr>
            <p:custDataLst>
              <p:tags r:id="rId7"/>
            </p:custDataLst>
          </p:nvPr>
        </p:nvPicPr>
        <p:blipFill>
          <a:blip r:embed="rId6"/>
          <a:srcRect t="69878" r="82905"/>
          <a:stretch>
            <a:fillRect/>
          </a:stretch>
        </p:blipFill>
        <p:spPr>
          <a:xfrm>
            <a:off x="0" y="5571993"/>
            <a:ext cx="1290168" cy="12866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国风1背景_画板 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-8255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 dirty="0">
              <a:solidFill>
                <a:schemeClr val="lt1"/>
              </a:solidFill>
              <a:sym typeface="+mn-ea"/>
            </a:endParaRPr>
          </a:p>
        </p:txBody>
      </p:sp>
      <p:pic>
        <p:nvPicPr>
          <p:cNvPr id="12" name="图片 11" descr="国风1装饰_画板 1 副本 2"/>
          <p:cNvPicPr/>
          <p:nvPr>
            <p:custDataLst>
              <p:tags r:id="rId5"/>
            </p:custDataLst>
          </p:nvPr>
        </p:nvPicPr>
        <p:blipFill>
          <a:blip r:embed="rId6"/>
          <a:srcRect l="14293" t="-6455" r="51026" b="75929"/>
          <a:stretch>
            <a:fillRect/>
          </a:stretch>
        </p:blipFill>
        <p:spPr>
          <a:xfrm>
            <a:off x="10454146" y="0"/>
            <a:ext cx="1734671" cy="86154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 anchorCtr="0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国风1背景_画板 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6" name="图片 5" descr="国风1装饰_画板 1 副本 2"/>
          <p:cNvPicPr/>
          <p:nvPr>
            <p:custDataLst>
              <p:tags r:id="rId5"/>
            </p:custDataLst>
          </p:nvPr>
        </p:nvPicPr>
        <p:blipFill>
          <a:blip r:embed="rId6"/>
          <a:srcRect t="69878" r="82905"/>
          <a:stretch>
            <a:fillRect/>
          </a:stretch>
        </p:blipFill>
        <p:spPr>
          <a:xfrm>
            <a:off x="0" y="5051867"/>
            <a:ext cx="1811724" cy="180675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国风1背景_画板 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5029836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12" name="图片 11" descr="国风1装饰_画板 1 副本 2"/>
          <p:cNvPicPr/>
          <p:nvPr>
            <p:custDataLst>
              <p:tags r:id="rId5"/>
            </p:custDataLst>
          </p:nvPr>
        </p:nvPicPr>
        <p:blipFill>
          <a:blip r:embed="rId6"/>
          <a:srcRect l="14293" t="-6455" r="51026" b="75929"/>
          <a:stretch>
            <a:fillRect/>
          </a:stretch>
        </p:blipFill>
        <p:spPr>
          <a:xfrm>
            <a:off x="10679892" y="0"/>
            <a:ext cx="1508925" cy="74942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 anchorCtr="0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2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国风1背景_画板 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6" name="图片 5" descr="国风1装饰_画板 1 副本 2"/>
          <p:cNvPicPr/>
          <p:nvPr>
            <p:custDataLst>
              <p:tags r:id="rId5"/>
            </p:custDataLst>
          </p:nvPr>
        </p:nvPicPr>
        <p:blipFill>
          <a:blip r:embed="rId6"/>
          <a:srcRect t="69878" r="82905"/>
          <a:stretch>
            <a:fillRect/>
          </a:stretch>
        </p:blipFill>
        <p:spPr>
          <a:xfrm>
            <a:off x="0" y="5051867"/>
            <a:ext cx="1811724" cy="180675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3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4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国风1背景_画板 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12" name="图片 11" descr="国风1装饰_画板 1 副本 2"/>
          <p:cNvPicPr/>
          <p:nvPr>
            <p:custDataLst>
              <p:tags r:id="rId5"/>
            </p:custDataLst>
          </p:nvPr>
        </p:nvPicPr>
        <p:blipFill>
          <a:blip r:embed="rId6"/>
          <a:srcRect l="14293" t="-6455" r="51026" b="75929"/>
          <a:stretch>
            <a:fillRect/>
          </a:stretch>
        </p:blipFill>
        <p:spPr>
          <a:xfrm>
            <a:off x="10667296" y="0"/>
            <a:ext cx="1521529" cy="755687"/>
          </a:xfrm>
          <a:prstGeom prst="rect">
            <a:avLst/>
          </a:prstGeom>
        </p:spPr>
      </p:pic>
      <p:pic>
        <p:nvPicPr>
          <p:cNvPr id="6" name="图片 5" descr="国风1装饰_画板 1 副本 2"/>
          <p:cNvPicPr/>
          <p:nvPr>
            <p:custDataLst>
              <p:tags r:id="rId7"/>
            </p:custDataLst>
          </p:nvPr>
        </p:nvPicPr>
        <p:blipFill>
          <a:blip r:embed="rId6"/>
          <a:srcRect t="69878" r="82905"/>
          <a:stretch>
            <a:fillRect/>
          </a:stretch>
        </p:blipFill>
        <p:spPr>
          <a:xfrm>
            <a:off x="0" y="5497841"/>
            <a:ext cx="1364523" cy="136078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2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5" Type="http://schemas.openxmlformats.org/officeDocument/2006/relationships/theme" Target="../theme/theme2.xml"/><Relationship Id="rId24" Type="http://schemas.openxmlformats.org/officeDocument/2006/relationships/tags" Target="../tags/tag204.xml"/><Relationship Id="rId23" Type="http://schemas.openxmlformats.org/officeDocument/2006/relationships/tags" Target="../tags/tag203.xml"/><Relationship Id="rId22" Type="http://schemas.openxmlformats.org/officeDocument/2006/relationships/tags" Target="../tags/tag202.xml"/><Relationship Id="rId21" Type="http://schemas.openxmlformats.org/officeDocument/2006/relationships/tags" Target="../tags/tag201.xml"/><Relationship Id="rId20" Type="http://schemas.openxmlformats.org/officeDocument/2006/relationships/tags" Target="../tags/tag200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199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9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56" y="1524000"/>
            <a:ext cx="10972888" cy="47244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黑方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lt1"/>
          </a:solidFill>
          <a:uFillTx/>
          <a:latin typeface="Arial" panose="020B0604020202020204" pitchFamily="34" charset="0"/>
          <a:ea typeface="汉仪黑方W" panose="0002060004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lt1"/>
          </a:solidFill>
          <a:uFillTx/>
          <a:latin typeface="Arial" panose="020B0604020202020204" pitchFamily="34" charset="0"/>
          <a:ea typeface="汉仪黑方W" panose="0002060004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lt1"/>
          </a:solidFill>
          <a:uFillTx/>
          <a:latin typeface="Arial" panose="020B0604020202020204" pitchFamily="34" charset="0"/>
          <a:ea typeface="汉仪黑方W" panose="0002060004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lt1"/>
          </a:solidFill>
          <a:uFillTx/>
          <a:latin typeface="Arial" panose="020B0604020202020204" pitchFamily="34" charset="0"/>
          <a:ea typeface="汉仪黑方W" panose="0002060004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lt1"/>
          </a:solidFill>
          <a:uFillTx/>
          <a:latin typeface="Arial" panose="020B0604020202020204" pitchFamily="34" charset="0"/>
          <a:ea typeface="汉仪黑方W" panose="0002060004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lt1"/>
          </a:solidFill>
          <a:uFillTx/>
          <a:latin typeface="Arial" panose="020B0604020202020204" pitchFamily="34" charset="0"/>
          <a:ea typeface="汉仪黑方W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207.xml"/><Relationship Id="rId2" Type="http://schemas.openxmlformats.org/officeDocument/2006/relationships/tags" Target="../tags/tag206.xml"/><Relationship Id="rId1" Type="http://schemas.openxmlformats.org/officeDocument/2006/relationships/tags" Target="../tags/tag20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16.xml"/><Relationship Id="rId8" Type="http://schemas.openxmlformats.org/officeDocument/2006/relationships/tags" Target="../tags/tag215.xml"/><Relationship Id="rId7" Type="http://schemas.openxmlformats.org/officeDocument/2006/relationships/tags" Target="../tags/tag214.xml"/><Relationship Id="rId6" Type="http://schemas.openxmlformats.org/officeDocument/2006/relationships/tags" Target="../tags/tag213.xml"/><Relationship Id="rId5" Type="http://schemas.openxmlformats.org/officeDocument/2006/relationships/tags" Target="../tags/tag212.xml"/><Relationship Id="rId4" Type="http://schemas.openxmlformats.org/officeDocument/2006/relationships/tags" Target="../tags/tag211.xml"/><Relationship Id="rId3" Type="http://schemas.openxmlformats.org/officeDocument/2006/relationships/tags" Target="../tags/tag210.xml"/><Relationship Id="rId2" Type="http://schemas.openxmlformats.org/officeDocument/2006/relationships/tags" Target="../tags/tag209.xml"/><Relationship Id="rId13" Type="http://schemas.openxmlformats.org/officeDocument/2006/relationships/slideLayout" Target="../slideLayouts/slideLayout16.xml"/><Relationship Id="rId12" Type="http://schemas.openxmlformats.org/officeDocument/2006/relationships/tags" Target="../tags/tag219.xml"/><Relationship Id="rId11" Type="http://schemas.openxmlformats.org/officeDocument/2006/relationships/tags" Target="../tags/tag218.xml"/><Relationship Id="rId10" Type="http://schemas.openxmlformats.org/officeDocument/2006/relationships/tags" Target="../tags/tag217.xml"/><Relationship Id="rId1" Type="http://schemas.openxmlformats.org/officeDocument/2006/relationships/tags" Target="../tags/tag20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21.xml"/><Relationship Id="rId1" Type="http://schemas.openxmlformats.org/officeDocument/2006/relationships/tags" Target="../tags/tag2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222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28.xml"/><Relationship Id="rId8" Type="http://schemas.openxmlformats.org/officeDocument/2006/relationships/tags" Target="../tags/tag227.xml"/><Relationship Id="rId7" Type="http://schemas.openxmlformats.org/officeDocument/2006/relationships/image" Target="../media/image11.jpeg"/><Relationship Id="rId6" Type="http://schemas.openxmlformats.org/officeDocument/2006/relationships/tags" Target="../tags/tag226.xml"/><Relationship Id="rId5" Type="http://schemas.openxmlformats.org/officeDocument/2006/relationships/image" Target="../media/image2.png"/><Relationship Id="rId4" Type="http://schemas.openxmlformats.org/officeDocument/2006/relationships/tags" Target="../tags/tag225.xml"/><Relationship Id="rId3" Type="http://schemas.openxmlformats.org/officeDocument/2006/relationships/tags" Target="../tags/tag224.xml"/><Relationship Id="rId29" Type="http://schemas.openxmlformats.org/officeDocument/2006/relationships/slideLayout" Target="../slideLayouts/slideLayout17.xml"/><Relationship Id="rId28" Type="http://schemas.openxmlformats.org/officeDocument/2006/relationships/tags" Target="../tags/tag246.xml"/><Relationship Id="rId27" Type="http://schemas.openxmlformats.org/officeDocument/2006/relationships/image" Target="../media/image12.png"/><Relationship Id="rId26" Type="http://schemas.openxmlformats.org/officeDocument/2006/relationships/tags" Target="../tags/tag245.xml"/><Relationship Id="rId25" Type="http://schemas.openxmlformats.org/officeDocument/2006/relationships/tags" Target="../tags/tag244.xml"/><Relationship Id="rId24" Type="http://schemas.openxmlformats.org/officeDocument/2006/relationships/tags" Target="../tags/tag243.xml"/><Relationship Id="rId23" Type="http://schemas.openxmlformats.org/officeDocument/2006/relationships/tags" Target="../tags/tag242.xml"/><Relationship Id="rId22" Type="http://schemas.openxmlformats.org/officeDocument/2006/relationships/tags" Target="../tags/tag241.xml"/><Relationship Id="rId21" Type="http://schemas.openxmlformats.org/officeDocument/2006/relationships/tags" Target="../tags/tag240.xml"/><Relationship Id="rId20" Type="http://schemas.openxmlformats.org/officeDocument/2006/relationships/tags" Target="../tags/tag239.xml"/><Relationship Id="rId2" Type="http://schemas.openxmlformats.org/officeDocument/2006/relationships/image" Target="../media/image1.jpeg"/><Relationship Id="rId19" Type="http://schemas.openxmlformats.org/officeDocument/2006/relationships/tags" Target="../tags/tag238.xml"/><Relationship Id="rId18" Type="http://schemas.openxmlformats.org/officeDocument/2006/relationships/tags" Target="../tags/tag237.xml"/><Relationship Id="rId17" Type="http://schemas.openxmlformats.org/officeDocument/2006/relationships/tags" Target="../tags/tag236.xml"/><Relationship Id="rId16" Type="http://schemas.openxmlformats.org/officeDocument/2006/relationships/tags" Target="../tags/tag235.xml"/><Relationship Id="rId15" Type="http://schemas.openxmlformats.org/officeDocument/2006/relationships/tags" Target="../tags/tag234.xml"/><Relationship Id="rId14" Type="http://schemas.openxmlformats.org/officeDocument/2006/relationships/tags" Target="../tags/tag233.xml"/><Relationship Id="rId13" Type="http://schemas.openxmlformats.org/officeDocument/2006/relationships/tags" Target="../tags/tag232.xml"/><Relationship Id="rId12" Type="http://schemas.openxmlformats.org/officeDocument/2006/relationships/tags" Target="../tags/tag231.xml"/><Relationship Id="rId11" Type="http://schemas.openxmlformats.org/officeDocument/2006/relationships/tags" Target="../tags/tag230.xml"/><Relationship Id="rId10" Type="http://schemas.openxmlformats.org/officeDocument/2006/relationships/tags" Target="../tags/tag229.xml"/><Relationship Id="rId1" Type="http://schemas.openxmlformats.org/officeDocument/2006/relationships/tags" Target="../tags/tag2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0.xml"/><Relationship Id="rId3" Type="http://schemas.openxmlformats.org/officeDocument/2006/relationships/hyperlink" Target="http://www.jjckb.cn/2015-12/23/c_134942561.htm" TargetMode="External"/><Relationship Id="rId2" Type="http://schemas.openxmlformats.org/officeDocument/2006/relationships/hyperlink" Target="https://www.chinanews.com.cn/cj/2023/11-15/10112571.shtml" TargetMode="External"/><Relationship Id="rId1" Type="http://schemas.openxmlformats.org/officeDocument/2006/relationships/hyperlink" Target="https://paper.people.com.cn/rmrb/pc/content/202505/06/content_30071335.html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0.xml"/><Relationship Id="rId2" Type="http://schemas.openxmlformats.org/officeDocument/2006/relationships/hyperlink" Target="http://dangshi.people.com.cn/n1/2021/0407/c436975-32071405.html" TargetMode="External"/><Relationship Id="rId1" Type="http://schemas.openxmlformats.org/officeDocument/2006/relationships/hyperlink" Target="http://dangshi.people.com.cn/n1/2018/1015/c85037-30342446.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0.xml"/><Relationship Id="rId2" Type="http://schemas.openxmlformats.org/officeDocument/2006/relationships/image" Target="../media/image17.png"/><Relationship Id="rId1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47.xml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1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2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48.xml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22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23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49.xml"/><Relationship Id="rId1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/>
          <p:nvPr>
            <p:ph type="ctrTitle" idx="1"/>
            <p:custDataLst>
              <p:tags r:id="rId1"/>
            </p:custDataLst>
          </p:nvPr>
        </p:nvSpPr>
        <p:spPr>
          <a:xfrm>
            <a:off x="868680" y="1952625"/>
            <a:ext cx="7867650" cy="2387600"/>
          </a:xfrm>
        </p:spPr>
        <p:txBody>
          <a:bodyPr>
            <a:normAutofit/>
          </a:bodyPr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5900">
                <a:solidFill>
                  <a:schemeClr val="lt1"/>
                </a:solidFill>
              </a:rPr>
              <a:t>从照金到延安 </a:t>
            </a:r>
            <a:endParaRPr lang="zh-CN" altLang="en-US" sz="5900">
              <a:solidFill>
                <a:schemeClr val="lt1"/>
              </a:solidFill>
            </a:endParaRPr>
          </a:p>
        </p:txBody>
      </p:sp>
      <p:sp>
        <p:nvSpPr>
          <p:cNvPr id="9" name="文本占位符 8"/>
          <p:cNvSpPr/>
          <p:nvPr>
            <p:custDataLst>
              <p:tags r:id="rId2"/>
            </p:custDataLst>
          </p:nvPr>
        </p:nvSpPr>
        <p:spPr>
          <a:xfrm>
            <a:off x="868457" y="4970278"/>
            <a:ext cx="1714688" cy="375355"/>
          </a:xfrm>
          <a:prstGeom prst="rect">
            <a:avLst/>
          </a:prstGeom>
        </p:spPr>
        <p:txBody>
          <a:bodyPr vert="horz" wrap="square" lIns="101600" tIns="0" rIns="82550" bIns="0" rtlCol="0" anchor="ctr" anchorCtr="0">
            <a:normAutofit/>
          </a:bodyPr>
          <a:lstStyle>
            <a:lvl1pPr marL="0" marR="0" indent="-22860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1800" b="0" i="0" u="none" strike="noStrike" kern="1200" cap="none" spc="0" normalizeH="0" baseline="0" noProof="1" dirty="0" err="1">
                <a:solidFill>
                  <a:schemeClr val="lt1"/>
                </a:solidFill>
                <a:uFillTx/>
                <a:latin typeface="Arial" panose="020B0604020202020204" pitchFamily="34" charset="0"/>
                <a:ea typeface="汉仪金陵刻经 W" panose="00020600040101010101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-228600" algn="l">
              <a:lnSpc>
                <a:spcPct val="133000"/>
              </a:lnSpc>
              <a:spcBef>
                <a:spcPts val="0"/>
              </a:spcBef>
              <a:spcAft>
                <a:spcPts val="1000"/>
              </a:spcAft>
              <a:buSzPct val="100000"/>
              <a:buNone/>
            </a:pPr>
            <a:r>
              <a:rPr lang="zh-CN" altLang="en-US" sz="1800">
                <a:solidFill>
                  <a:schemeClr val="lt1"/>
                </a:solidFill>
                <a:ea typeface="汉仪黑方W" panose="00020600040101010101" charset="-122"/>
              </a:rPr>
              <a:t>汇报组: 第八组</a:t>
            </a:r>
            <a:endParaRPr lang="zh-CN" altLang="en-US" sz="1800">
              <a:solidFill>
                <a:schemeClr val="lt1"/>
              </a:solidFill>
              <a:ea typeface="汉仪黑方W" panose="0002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46300" y="3030220"/>
            <a:ext cx="54914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bg1"/>
                </a:solidFill>
                <a:latin typeface="方正大标宋简体" panose="02000000000000000000" charset="-122"/>
                <a:ea typeface="方正大标宋简体" panose="02000000000000000000" charset="-122"/>
                <a:cs typeface="方正大标宋简体" panose="02000000000000000000" charset="-122"/>
              </a:rPr>
              <a:t>—— </a:t>
            </a:r>
            <a:r>
              <a:rPr lang="zh-CN" altLang="en-US" sz="2800">
                <a:solidFill>
                  <a:schemeClr val="bg1"/>
                </a:solidFill>
                <a:latin typeface="方正大标宋简体" panose="02000000000000000000" charset="-122"/>
                <a:ea typeface="方正大标宋简体" panose="02000000000000000000" charset="-122"/>
                <a:cs typeface="方正大标宋简体" panose="02000000000000000000" charset="-122"/>
              </a:rPr>
              <a:t>一条精神来路上的三个坐标</a:t>
            </a:r>
            <a:endParaRPr lang="zh-CN" altLang="en-US" sz="2800">
              <a:solidFill>
                <a:schemeClr val="bg1"/>
              </a:solidFill>
              <a:latin typeface="方正大标宋简体" panose="02000000000000000000" charset="-122"/>
              <a:ea typeface="方正大标宋简体" panose="02000000000000000000" charset="-122"/>
              <a:cs typeface="方正大标宋简体" panose="020000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1499235" y="2712403"/>
            <a:ext cx="1678305" cy="769620"/>
          </a:xfrm>
          <a:prstGeom prst="rect">
            <a:avLst/>
          </a:prstGeom>
          <a:noFill/>
        </p:spPr>
        <p:txBody>
          <a:bodyPr wrap="square" bIns="0" rtlCol="0" anchor="b" anchorCtr="0">
            <a:normAutofit/>
          </a:bodyPr>
          <a:lstStyle>
            <a:defPPr>
              <a:defRPr lang="en-US"/>
            </a:defPPr>
            <a:lvl1pPr algn="ctr">
              <a:defRPr sz="5400" b="1">
                <a:solidFill>
                  <a:schemeClr val="tx2"/>
                </a:solidFill>
                <a:effectLst>
                  <a:outerShdw blurRad="38100" dist="38100" dir="2700000" algn="tl">
                    <a:schemeClr val="tx2">
                      <a:alpha val="43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400" dirty="0">
                <a:solidFill>
                  <a:schemeClr val="lt1"/>
                </a:solidFill>
                <a:effectLst/>
                <a:latin typeface="方正小标宋_GBK" panose="02000000000000000000" charset="-122"/>
                <a:ea typeface="方正小标宋_GBK" panose="02000000000000000000" charset="-122"/>
              </a:rPr>
              <a:t>目录</a:t>
            </a:r>
            <a:endParaRPr lang="zh-CN" altLang="en-US" sz="4400" dirty="0">
              <a:solidFill>
                <a:schemeClr val="lt1"/>
              </a:solidFill>
              <a:effectLst/>
              <a:latin typeface="方正小标宋_GBK" panose="02000000000000000000" charset="-122"/>
              <a:ea typeface="方正小标宋_GBK" panose="02000000000000000000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499235" y="3495993"/>
            <a:ext cx="1678305" cy="307975"/>
          </a:xfrm>
          <a:prstGeom prst="rect">
            <a:avLst/>
          </a:prstGeom>
          <a:noFill/>
        </p:spPr>
        <p:txBody>
          <a:bodyPr wrap="square" tIns="0" rtlCol="0" anchor="t" anchorCtr="0">
            <a:normAutofit/>
          </a:bodyPr>
          <a:lstStyle/>
          <a:p>
            <a:pPr algn="ctr"/>
            <a:r>
              <a:rPr lang="en-US" altLang="zh-CN" sz="1600" b="1" dirty="0">
                <a:solidFill>
                  <a:schemeClr val="lt1"/>
                </a:solidFill>
                <a:latin typeface="方正小标宋_GBK" panose="02000000000000000000" charset="-122"/>
                <a:ea typeface="方正小标宋_GBK" panose="02000000000000000000" charset="-122"/>
              </a:rPr>
              <a:t>CONTENTS</a:t>
            </a:r>
            <a:endParaRPr lang="en-US" altLang="zh-CN" sz="1600" b="1" dirty="0">
              <a:solidFill>
                <a:schemeClr val="lt1"/>
              </a:solidFill>
              <a:latin typeface="方正小标宋_GBK" panose="02000000000000000000" charset="-122"/>
              <a:ea typeface="方正小标宋_GBK" panose="02000000000000000000" charset="-122"/>
            </a:endParaRPr>
          </a:p>
        </p:txBody>
      </p:sp>
      <p:cxnSp>
        <p:nvCxnSpPr>
          <p:cNvPr id="6" name="直接连接符 5"/>
          <p:cNvCxnSpPr/>
          <p:nvPr>
            <p:custDataLst>
              <p:tags r:id="rId3"/>
            </p:custDataLst>
          </p:nvPr>
        </p:nvCxnSpPr>
        <p:spPr>
          <a:xfrm>
            <a:off x="7239635" y="1937067"/>
            <a:ext cx="0" cy="2983865"/>
          </a:xfrm>
          <a:prstGeom prst="line">
            <a:avLst/>
          </a:prstGeom>
          <a:ln w="1905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742690" y="2337117"/>
            <a:ext cx="1076325" cy="1015365"/>
          </a:xfrm>
          <a:prstGeom prst="rect">
            <a:avLst/>
          </a:prstGeom>
          <a:noFill/>
        </p:spPr>
        <p:txBody>
          <a:bodyPr wrap="square" rIns="0" rtlCol="0">
            <a:normAutofit/>
          </a:bodyPr>
          <a:lstStyle/>
          <a:p>
            <a:pPr algn="r"/>
            <a:r>
              <a:rPr lang="en-US" altLang="zh-CN" sz="6000" b="1" dirty="0">
                <a:solidFill>
                  <a:schemeClr val="lt1"/>
                </a:solidFill>
                <a:latin typeface="方正小标宋_GBK" panose="02000000000000000000" charset="-122"/>
                <a:ea typeface="方正小标宋_GBK" panose="02000000000000000000" charset="-122"/>
              </a:rPr>
              <a:t>01</a:t>
            </a:r>
            <a:endParaRPr lang="en-US" altLang="zh-CN" sz="6000" b="1" dirty="0">
              <a:solidFill>
                <a:schemeClr val="lt1"/>
              </a:solidFill>
              <a:latin typeface="方正小标宋_GBK" panose="02000000000000000000" charset="-122"/>
              <a:ea typeface="方正小标宋_GBK" panose="02000000000000000000" charset="-122"/>
            </a:endParaRPr>
          </a:p>
        </p:txBody>
      </p:sp>
      <p:sp>
        <p:nvSpPr>
          <p:cNvPr id="13" name="矩形 12"/>
          <p:cNvSpPr/>
          <p:nvPr>
            <p:custDataLst>
              <p:tags r:id="rId5"/>
            </p:custDataLst>
          </p:nvPr>
        </p:nvSpPr>
        <p:spPr>
          <a:xfrm>
            <a:off x="4942205" y="2556827"/>
            <a:ext cx="1993265" cy="417195"/>
          </a:xfrm>
          <a:prstGeom prst="rect">
            <a:avLst/>
          </a:prstGeom>
        </p:spPr>
        <p:txBody>
          <a:bodyPr wrap="square" lIns="0" tIns="46800" bIns="0" anchor="b" anchorCtr="0">
            <a:normAutofit/>
          </a:bodyPr>
          <a:lstStyle/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600" b="1" dirty="0">
                <a:solidFill>
                  <a:schemeClr val="lt1"/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  <a:sym typeface="+mn-ea"/>
              </a:rPr>
              <a:t>开篇——一条来路</a:t>
            </a:r>
            <a:endParaRPr lang="zh-CN" altLang="en-US" sz="1600" b="1" dirty="0">
              <a:solidFill>
                <a:schemeClr val="lt1"/>
              </a:solidFill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6"/>
            </p:custDataLst>
          </p:nvPr>
        </p:nvSpPr>
        <p:spPr>
          <a:xfrm>
            <a:off x="3742690" y="3418522"/>
            <a:ext cx="1076325" cy="1015365"/>
          </a:xfrm>
          <a:prstGeom prst="rect">
            <a:avLst/>
          </a:prstGeom>
          <a:noFill/>
        </p:spPr>
        <p:txBody>
          <a:bodyPr wrap="square" rIns="0" rtlCol="0">
            <a:normAutofit/>
          </a:bodyPr>
          <a:lstStyle/>
          <a:p>
            <a:pPr algn="r"/>
            <a:r>
              <a:rPr lang="en-US" altLang="zh-CN" sz="6000" b="1" dirty="0">
                <a:solidFill>
                  <a:schemeClr val="lt1"/>
                </a:solidFill>
                <a:latin typeface="方正小标宋_GBK" panose="02000000000000000000" charset="-122"/>
                <a:ea typeface="方正小标宋_GBK" panose="02000000000000000000" charset="-122"/>
              </a:rPr>
              <a:t>03</a:t>
            </a:r>
            <a:endParaRPr lang="en-US" altLang="zh-CN" sz="6000" b="1" dirty="0">
              <a:solidFill>
                <a:schemeClr val="lt1"/>
              </a:solidFill>
              <a:latin typeface="方正小标宋_GBK" panose="02000000000000000000" charset="-122"/>
              <a:ea typeface="方正小标宋_GBK" panose="02000000000000000000" charset="-122"/>
            </a:endParaRPr>
          </a:p>
        </p:txBody>
      </p:sp>
      <p:sp>
        <p:nvSpPr>
          <p:cNvPr id="18" name="矩形 17"/>
          <p:cNvSpPr/>
          <p:nvPr>
            <p:custDataLst>
              <p:tags r:id="rId7"/>
            </p:custDataLst>
          </p:nvPr>
        </p:nvSpPr>
        <p:spPr>
          <a:xfrm>
            <a:off x="4941570" y="3631883"/>
            <a:ext cx="1993265" cy="417195"/>
          </a:xfrm>
          <a:prstGeom prst="rect">
            <a:avLst/>
          </a:prstGeom>
        </p:spPr>
        <p:txBody>
          <a:bodyPr wrap="square" lIns="0" tIns="46800" bIns="0" anchor="b" anchorCtr="0">
            <a:normAutofit fontScale="90000"/>
          </a:bodyPr>
          <a:lstStyle/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b="1" dirty="0">
                <a:solidFill>
                  <a:schemeClr val="lt1"/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  <a:sym typeface="+mn-ea"/>
              </a:rPr>
              <a:t>亲历——南泥湾精神</a:t>
            </a:r>
            <a:endParaRPr lang="zh-CN" altLang="en-US" b="1" dirty="0">
              <a:solidFill>
                <a:schemeClr val="lt1"/>
              </a:solidFill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  <a:sym typeface="+mn-ea"/>
            </a:endParaRPr>
          </a:p>
        </p:txBody>
      </p:sp>
      <p:sp>
        <p:nvSpPr>
          <p:cNvPr id="20" name="文本框 19"/>
          <p:cNvSpPr txBox="1"/>
          <p:nvPr>
            <p:custDataLst>
              <p:tags r:id="rId8"/>
            </p:custDataLst>
          </p:nvPr>
        </p:nvSpPr>
        <p:spPr>
          <a:xfrm>
            <a:off x="7508875" y="2337117"/>
            <a:ext cx="1076325" cy="1015365"/>
          </a:xfrm>
          <a:prstGeom prst="rect">
            <a:avLst/>
          </a:prstGeom>
          <a:noFill/>
        </p:spPr>
        <p:txBody>
          <a:bodyPr wrap="square" rIns="0" rtlCol="0">
            <a:normAutofit/>
          </a:bodyPr>
          <a:lstStyle/>
          <a:p>
            <a:pPr algn="r"/>
            <a:r>
              <a:rPr lang="en-US" altLang="zh-CN" sz="6000" b="1" dirty="0">
                <a:solidFill>
                  <a:schemeClr val="lt1"/>
                </a:solidFill>
                <a:latin typeface="方正小标宋_GBK" panose="02000000000000000000" charset="-122"/>
                <a:ea typeface="方正小标宋_GBK" panose="02000000000000000000" charset="-122"/>
              </a:rPr>
              <a:t>02</a:t>
            </a:r>
            <a:endParaRPr lang="en-US" altLang="zh-CN" sz="6000" b="1" dirty="0">
              <a:solidFill>
                <a:schemeClr val="lt1"/>
              </a:solidFill>
              <a:latin typeface="方正小标宋_GBK" panose="02000000000000000000" charset="-122"/>
              <a:ea typeface="方正小标宋_GBK" panose="02000000000000000000" charset="-122"/>
            </a:endParaRPr>
          </a:p>
        </p:txBody>
      </p:sp>
      <p:sp>
        <p:nvSpPr>
          <p:cNvPr id="21" name="矩形 20"/>
          <p:cNvSpPr/>
          <p:nvPr>
            <p:custDataLst>
              <p:tags r:id="rId9"/>
            </p:custDataLst>
          </p:nvPr>
        </p:nvSpPr>
        <p:spPr>
          <a:xfrm>
            <a:off x="8700135" y="2556827"/>
            <a:ext cx="1993265" cy="417195"/>
          </a:xfrm>
          <a:prstGeom prst="rect">
            <a:avLst/>
          </a:prstGeom>
        </p:spPr>
        <p:txBody>
          <a:bodyPr wrap="square" lIns="0" tIns="46800" bIns="0" anchor="b" anchorCtr="0">
            <a:normAutofit/>
          </a:bodyPr>
          <a:lstStyle/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600" b="1" dirty="0">
                <a:solidFill>
                  <a:schemeClr val="lt1"/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  <a:sym typeface="+mn-ea"/>
              </a:rPr>
              <a:t>溯源——照金精神</a:t>
            </a:r>
            <a:endParaRPr lang="zh-CN" altLang="en-US" sz="1600" b="1" dirty="0">
              <a:solidFill>
                <a:schemeClr val="lt1"/>
              </a:solidFill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  <a:sym typeface="+mn-ea"/>
            </a:endParaRPr>
          </a:p>
        </p:txBody>
      </p:sp>
      <p:sp>
        <p:nvSpPr>
          <p:cNvPr id="23" name="文本框 22"/>
          <p:cNvSpPr txBox="1"/>
          <p:nvPr>
            <p:custDataLst>
              <p:tags r:id="rId10"/>
            </p:custDataLst>
          </p:nvPr>
        </p:nvSpPr>
        <p:spPr>
          <a:xfrm>
            <a:off x="7508875" y="3418522"/>
            <a:ext cx="1076325" cy="1015365"/>
          </a:xfrm>
          <a:prstGeom prst="rect">
            <a:avLst/>
          </a:prstGeom>
          <a:noFill/>
        </p:spPr>
        <p:txBody>
          <a:bodyPr wrap="square" rIns="0" rtlCol="0">
            <a:normAutofit/>
          </a:bodyPr>
          <a:lstStyle/>
          <a:p>
            <a:pPr algn="r"/>
            <a:r>
              <a:rPr lang="en-US" altLang="zh-CN" sz="6000" b="1" dirty="0">
                <a:solidFill>
                  <a:schemeClr val="lt1"/>
                </a:solidFill>
                <a:latin typeface="方正小标宋_GBK" panose="02000000000000000000" charset="-122"/>
                <a:ea typeface="方正小标宋_GBK" panose="02000000000000000000" charset="-122"/>
              </a:rPr>
              <a:t>04</a:t>
            </a:r>
            <a:endParaRPr lang="en-US" altLang="zh-CN" sz="6000" b="1" dirty="0">
              <a:solidFill>
                <a:schemeClr val="lt1"/>
              </a:solidFill>
              <a:latin typeface="方正小标宋_GBK" panose="02000000000000000000" charset="-122"/>
              <a:ea typeface="方正小标宋_GBK" panose="02000000000000000000" charset="-122"/>
            </a:endParaRPr>
          </a:p>
        </p:txBody>
      </p:sp>
      <p:sp>
        <p:nvSpPr>
          <p:cNvPr id="24" name="矩形 23"/>
          <p:cNvSpPr/>
          <p:nvPr>
            <p:custDataLst>
              <p:tags r:id="rId11"/>
            </p:custDataLst>
          </p:nvPr>
        </p:nvSpPr>
        <p:spPr>
          <a:xfrm>
            <a:off x="8698865" y="3631883"/>
            <a:ext cx="1993265" cy="417195"/>
          </a:xfrm>
          <a:prstGeom prst="rect">
            <a:avLst/>
          </a:prstGeom>
        </p:spPr>
        <p:txBody>
          <a:bodyPr wrap="square" lIns="0" tIns="46800" bIns="0" anchor="b" anchorCtr="0">
            <a:normAutofit/>
          </a:bodyPr>
          <a:lstStyle/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600" b="1" dirty="0">
                <a:solidFill>
                  <a:schemeClr val="lt1"/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  <a:sym typeface="+mn-ea"/>
              </a:rPr>
              <a:t>明理——延安精神</a:t>
            </a:r>
            <a:endParaRPr lang="zh-CN" altLang="en-US" sz="1600" b="1" dirty="0">
              <a:solidFill>
                <a:schemeClr val="lt1"/>
              </a:solidFill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  <a:sym typeface="+mn-ea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/>
          <p:nvPr>
            <p:ph type="ctrTitle" idx="2"/>
            <p:custDataLst>
              <p:tags r:id="rId1"/>
            </p:custDataLst>
          </p:nvPr>
        </p:nvSpPr>
        <p:spPr>
          <a:xfrm>
            <a:off x="733425" y="1882612"/>
            <a:ext cx="8640432" cy="1172845"/>
          </a:xfrm>
        </p:spPr>
        <p:txBody>
          <a:bodyPr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5900">
                <a:solidFill>
                  <a:schemeClr val="lt1"/>
                </a:solidFill>
                <a:latin typeface="方正小标宋_GBK" panose="02000000000000000000" charset="-122"/>
                <a:ea typeface="方正小标宋_GBK" panose="02000000000000000000" charset="-122"/>
              </a:rPr>
              <a:t>开篇：一条来路</a:t>
            </a:r>
            <a:endParaRPr lang="zh-CN" altLang="en-US" sz="5900">
              <a:solidFill>
                <a:schemeClr val="lt1"/>
              </a:solidFill>
              <a:latin typeface="方正小标宋_GBK" panose="02000000000000000000" charset="-122"/>
              <a:ea typeface="方正小标宋_GBK" panose="02000000000000000000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0955"/>
            <a:ext cx="12192635" cy="69005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9" name="图片 28" descr="国风1背景_画板 1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  <p:sp>
        <p:nvSpPr>
          <p:cNvPr id="22" name="矩形 21"/>
          <p:cNvSpPr/>
          <p:nvPr>
            <p:custDataLst>
              <p:tags r:id="rId3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latin typeface="汉仪黑方W" panose="00020600040101010101" charset="-122"/>
              <a:ea typeface="汉仪黑方W" panose="00020600040101010101" charset="-122"/>
              <a:sym typeface="+mn-ea"/>
            </a:endParaRPr>
          </a:p>
        </p:txBody>
      </p:sp>
      <p:pic>
        <p:nvPicPr>
          <p:cNvPr id="21" name="图片 20" descr="国风1装饰_画板 1 副本 2"/>
          <p:cNvPicPr/>
          <p:nvPr>
            <p:custDataLst>
              <p:tags r:id="rId4"/>
            </p:custDataLst>
          </p:nvPr>
        </p:nvPicPr>
        <p:blipFill>
          <a:blip r:embed="rId5"/>
          <a:srcRect t="69878" r="82905"/>
          <a:stretch>
            <a:fillRect/>
          </a:stretch>
        </p:blipFill>
        <p:spPr>
          <a:xfrm>
            <a:off x="0" y="5051867"/>
            <a:ext cx="1811724" cy="1806756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7"/>
          <a:srcRect l="33904" r="33904"/>
          <a:stretch>
            <a:fillRect/>
          </a:stretch>
        </p:blipFill>
        <p:spPr>
          <a:xfrm>
            <a:off x="2314182" y="3300880"/>
            <a:ext cx="1625889" cy="117064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320" h="2160">
                <a:moveTo>
                  <a:pt x="0" y="0"/>
                </a:moveTo>
                <a:lnTo>
                  <a:pt x="4320" y="0"/>
                </a:lnTo>
                <a:lnTo>
                  <a:pt x="4320" y="2160"/>
                </a:lnTo>
                <a:lnTo>
                  <a:pt x="0" y="2160"/>
                </a:lnTo>
                <a:close/>
              </a:path>
            </a:pathLst>
          </a:custGeom>
        </p:spPr>
      </p:pic>
      <p:sp>
        <p:nvSpPr>
          <p:cNvPr id="15" name="Freeform 5"/>
          <p:cNvSpPr/>
          <p:nvPr>
            <p:custDataLst>
              <p:tags r:id="rId8"/>
            </p:custDataLst>
          </p:nvPr>
        </p:nvSpPr>
        <p:spPr bwMode="auto">
          <a:xfrm>
            <a:off x="7017230" y="3457803"/>
            <a:ext cx="961005" cy="82675"/>
          </a:xfrm>
          <a:custGeom>
            <a:avLst/>
            <a:gdLst>
              <a:gd name="T0" fmla="*/ 90 w 1267"/>
              <a:gd name="T1" fmla="*/ 0 h 109"/>
              <a:gd name="T2" fmla="*/ 0 w 1267"/>
              <a:gd name="T3" fmla="*/ 109 h 109"/>
              <a:gd name="T4" fmla="*/ 1267 w 1267"/>
              <a:gd name="T5" fmla="*/ 109 h 109"/>
              <a:gd name="T6" fmla="*/ 1177 w 1267"/>
              <a:gd name="T7" fmla="*/ 0 h 109"/>
              <a:gd name="T8" fmla="*/ 90 w 1267"/>
              <a:gd name="T9" fmla="*/ 0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67" h="109">
                <a:moveTo>
                  <a:pt x="90" y="0"/>
                </a:moveTo>
                <a:lnTo>
                  <a:pt x="0" y="109"/>
                </a:lnTo>
                <a:lnTo>
                  <a:pt x="1267" y="109"/>
                </a:lnTo>
                <a:lnTo>
                  <a:pt x="1177" y="0"/>
                </a:lnTo>
                <a:lnTo>
                  <a:pt x="90" y="0"/>
                </a:lnTo>
                <a:close/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汉仪黑方W" panose="00020600040101010101" charset="-122"/>
              <a:ea typeface="汉仪黑方W" panose="00020600040101010101" charset="-122"/>
            </a:endParaRPr>
          </a:p>
        </p:txBody>
      </p:sp>
      <p:sp>
        <p:nvSpPr>
          <p:cNvPr id="16" name="Freeform 6"/>
          <p:cNvSpPr/>
          <p:nvPr>
            <p:custDataLst>
              <p:tags r:id="rId9"/>
            </p:custDataLst>
          </p:nvPr>
        </p:nvSpPr>
        <p:spPr bwMode="auto">
          <a:xfrm>
            <a:off x="7017230" y="3540477"/>
            <a:ext cx="961005" cy="535493"/>
          </a:xfrm>
          <a:custGeom>
            <a:avLst/>
            <a:gdLst>
              <a:gd name="T0" fmla="*/ 36 w 533"/>
              <a:gd name="T1" fmla="*/ 53 h 297"/>
              <a:gd name="T2" fmla="*/ 136 w 533"/>
              <a:gd name="T3" fmla="*/ 220 h 297"/>
              <a:gd name="T4" fmla="*/ 266 w 533"/>
              <a:gd name="T5" fmla="*/ 295 h 297"/>
              <a:gd name="T6" fmla="*/ 396 w 533"/>
              <a:gd name="T7" fmla="*/ 219 h 297"/>
              <a:gd name="T8" fmla="*/ 533 w 533"/>
              <a:gd name="T9" fmla="*/ 0 h 297"/>
              <a:gd name="T10" fmla="*/ 0 w 533"/>
              <a:gd name="T11" fmla="*/ 0 h 297"/>
              <a:gd name="T12" fmla="*/ 36 w 533"/>
              <a:gd name="T13" fmla="*/ 53 h 2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33" h="297">
                <a:moveTo>
                  <a:pt x="36" y="53"/>
                </a:moveTo>
                <a:cubicBezTo>
                  <a:pt x="136" y="220"/>
                  <a:pt x="136" y="220"/>
                  <a:pt x="136" y="220"/>
                </a:cubicBezTo>
                <a:cubicBezTo>
                  <a:pt x="136" y="220"/>
                  <a:pt x="175" y="297"/>
                  <a:pt x="266" y="295"/>
                </a:cubicBezTo>
                <a:cubicBezTo>
                  <a:pt x="356" y="292"/>
                  <a:pt x="384" y="233"/>
                  <a:pt x="396" y="219"/>
                </a:cubicBezTo>
                <a:cubicBezTo>
                  <a:pt x="408" y="204"/>
                  <a:pt x="533" y="0"/>
                  <a:pt x="533" y="0"/>
                </a:cubicBezTo>
                <a:cubicBezTo>
                  <a:pt x="0" y="0"/>
                  <a:pt x="0" y="0"/>
                  <a:pt x="0" y="0"/>
                </a:cubicBezTo>
                <a:lnTo>
                  <a:pt x="36" y="53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汉仪黑方W" panose="00020600040101010101" charset="-122"/>
              <a:ea typeface="汉仪黑方W" panose="00020600040101010101" charset="-122"/>
            </a:endParaRPr>
          </a:p>
        </p:txBody>
      </p:sp>
      <p:sp>
        <p:nvSpPr>
          <p:cNvPr id="17" name="Freeform 7"/>
          <p:cNvSpPr/>
          <p:nvPr>
            <p:custDataLst>
              <p:tags r:id="rId10"/>
            </p:custDataLst>
          </p:nvPr>
        </p:nvSpPr>
        <p:spPr bwMode="auto">
          <a:xfrm>
            <a:off x="6836710" y="2472525"/>
            <a:ext cx="528667" cy="828270"/>
          </a:xfrm>
          <a:custGeom>
            <a:avLst/>
            <a:gdLst>
              <a:gd name="T0" fmla="*/ 697 w 697"/>
              <a:gd name="T1" fmla="*/ 133 h 1092"/>
              <a:gd name="T2" fmla="*/ 647 w 697"/>
              <a:gd name="T3" fmla="*/ 0 h 1092"/>
              <a:gd name="T4" fmla="*/ 0 w 697"/>
              <a:gd name="T5" fmla="*/ 1092 h 1092"/>
              <a:gd name="T6" fmla="*/ 141 w 697"/>
              <a:gd name="T7" fmla="*/ 1070 h 1092"/>
              <a:gd name="T8" fmla="*/ 697 w 697"/>
              <a:gd name="T9" fmla="*/ 133 h 10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97" h="1092">
                <a:moveTo>
                  <a:pt x="697" y="133"/>
                </a:moveTo>
                <a:lnTo>
                  <a:pt x="647" y="0"/>
                </a:lnTo>
                <a:lnTo>
                  <a:pt x="0" y="1092"/>
                </a:lnTo>
                <a:lnTo>
                  <a:pt x="141" y="1070"/>
                </a:lnTo>
                <a:lnTo>
                  <a:pt x="697" y="133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汉仪黑方W" panose="00020600040101010101" charset="-122"/>
              <a:ea typeface="汉仪黑方W" panose="00020600040101010101" charset="-122"/>
            </a:endParaRPr>
          </a:p>
        </p:txBody>
      </p:sp>
      <p:sp>
        <p:nvSpPr>
          <p:cNvPr id="18" name="Freeform 8"/>
          <p:cNvSpPr/>
          <p:nvPr>
            <p:custDataLst>
              <p:tags r:id="rId11"/>
            </p:custDataLst>
          </p:nvPr>
        </p:nvSpPr>
        <p:spPr bwMode="auto">
          <a:xfrm>
            <a:off x="6546968" y="2471008"/>
            <a:ext cx="780485" cy="829787"/>
          </a:xfrm>
          <a:custGeom>
            <a:avLst/>
            <a:gdLst>
              <a:gd name="T0" fmla="*/ 369 w 433"/>
              <a:gd name="T1" fmla="*/ 6 h 460"/>
              <a:gd name="T2" fmla="*/ 175 w 433"/>
              <a:gd name="T3" fmla="*/ 6 h 460"/>
              <a:gd name="T4" fmla="*/ 44 w 433"/>
              <a:gd name="T5" fmla="*/ 80 h 460"/>
              <a:gd name="T6" fmla="*/ 43 w 433"/>
              <a:gd name="T7" fmla="*/ 230 h 460"/>
              <a:gd name="T8" fmla="*/ 161 w 433"/>
              <a:gd name="T9" fmla="*/ 460 h 460"/>
              <a:gd name="T10" fmla="*/ 433 w 433"/>
              <a:gd name="T11" fmla="*/ 1 h 460"/>
              <a:gd name="T12" fmla="*/ 369 w 433"/>
              <a:gd name="T13" fmla="*/ 6 h 4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33" h="460">
                <a:moveTo>
                  <a:pt x="369" y="6"/>
                </a:moveTo>
                <a:cubicBezTo>
                  <a:pt x="175" y="6"/>
                  <a:pt x="175" y="6"/>
                  <a:pt x="175" y="6"/>
                </a:cubicBezTo>
                <a:cubicBezTo>
                  <a:pt x="175" y="6"/>
                  <a:pt x="88" y="0"/>
                  <a:pt x="44" y="80"/>
                </a:cubicBezTo>
                <a:cubicBezTo>
                  <a:pt x="0" y="159"/>
                  <a:pt x="37" y="213"/>
                  <a:pt x="43" y="230"/>
                </a:cubicBezTo>
                <a:cubicBezTo>
                  <a:pt x="49" y="248"/>
                  <a:pt x="161" y="460"/>
                  <a:pt x="161" y="460"/>
                </a:cubicBezTo>
                <a:cubicBezTo>
                  <a:pt x="433" y="1"/>
                  <a:pt x="433" y="1"/>
                  <a:pt x="433" y="1"/>
                </a:cubicBezTo>
                <a:lnTo>
                  <a:pt x="369" y="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汉仪黑方W" panose="00020600040101010101" charset="-122"/>
              <a:ea typeface="汉仪黑方W" panose="00020600040101010101" charset="-122"/>
            </a:endParaRPr>
          </a:p>
        </p:txBody>
      </p:sp>
      <p:sp>
        <p:nvSpPr>
          <p:cNvPr id="19" name="Freeform 9"/>
          <p:cNvSpPr/>
          <p:nvPr>
            <p:custDataLst>
              <p:tags r:id="rId12"/>
            </p:custDataLst>
          </p:nvPr>
        </p:nvSpPr>
        <p:spPr bwMode="auto">
          <a:xfrm>
            <a:off x="7628572" y="2476318"/>
            <a:ext cx="527909" cy="827512"/>
          </a:xfrm>
          <a:custGeom>
            <a:avLst/>
            <a:gdLst>
              <a:gd name="T0" fmla="*/ 0 w 696"/>
              <a:gd name="T1" fmla="*/ 133 h 1091"/>
              <a:gd name="T2" fmla="*/ 47 w 696"/>
              <a:gd name="T3" fmla="*/ 0 h 1091"/>
              <a:gd name="T4" fmla="*/ 696 w 696"/>
              <a:gd name="T5" fmla="*/ 1091 h 1091"/>
              <a:gd name="T6" fmla="*/ 556 w 696"/>
              <a:gd name="T7" fmla="*/ 1068 h 1091"/>
              <a:gd name="T8" fmla="*/ 0 w 696"/>
              <a:gd name="T9" fmla="*/ 133 h 10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96" h="1091">
                <a:moveTo>
                  <a:pt x="0" y="133"/>
                </a:moveTo>
                <a:lnTo>
                  <a:pt x="47" y="0"/>
                </a:lnTo>
                <a:lnTo>
                  <a:pt x="696" y="1091"/>
                </a:lnTo>
                <a:lnTo>
                  <a:pt x="556" y="1068"/>
                </a:lnTo>
                <a:lnTo>
                  <a:pt x="0" y="133"/>
                </a:lnTo>
                <a:close/>
              </a:path>
            </a:pathLst>
          </a:custGeom>
          <a:solidFill>
            <a:schemeClr val="accent3">
              <a:alpha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汉仪黑方W" panose="00020600040101010101" charset="-122"/>
              <a:ea typeface="汉仪黑方W" panose="00020600040101010101" charset="-122"/>
            </a:endParaRPr>
          </a:p>
        </p:txBody>
      </p:sp>
      <p:sp>
        <p:nvSpPr>
          <p:cNvPr id="20" name="Freeform 10"/>
          <p:cNvSpPr/>
          <p:nvPr>
            <p:custDataLst>
              <p:tags r:id="rId13"/>
            </p:custDataLst>
          </p:nvPr>
        </p:nvSpPr>
        <p:spPr bwMode="auto">
          <a:xfrm>
            <a:off x="7664222" y="2474042"/>
            <a:ext cx="782760" cy="829787"/>
          </a:xfrm>
          <a:custGeom>
            <a:avLst/>
            <a:gdLst>
              <a:gd name="T0" fmla="*/ 65 w 434"/>
              <a:gd name="T1" fmla="*/ 6 h 460"/>
              <a:gd name="T2" fmla="*/ 259 w 434"/>
              <a:gd name="T3" fmla="*/ 6 h 460"/>
              <a:gd name="T4" fmla="*/ 390 w 434"/>
              <a:gd name="T5" fmla="*/ 79 h 460"/>
              <a:gd name="T6" fmla="*/ 391 w 434"/>
              <a:gd name="T7" fmla="*/ 230 h 460"/>
              <a:gd name="T8" fmla="*/ 273 w 434"/>
              <a:gd name="T9" fmla="*/ 460 h 460"/>
              <a:gd name="T10" fmla="*/ 0 w 434"/>
              <a:gd name="T11" fmla="*/ 1 h 460"/>
              <a:gd name="T12" fmla="*/ 65 w 434"/>
              <a:gd name="T13" fmla="*/ 6 h 4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34" h="460">
                <a:moveTo>
                  <a:pt x="65" y="6"/>
                </a:moveTo>
                <a:cubicBezTo>
                  <a:pt x="259" y="6"/>
                  <a:pt x="259" y="6"/>
                  <a:pt x="259" y="6"/>
                </a:cubicBezTo>
                <a:cubicBezTo>
                  <a:pt x="259" y="6"/>
                  <a:pt x="346" y="0"/>
                  <a:pt x="390" y="79"/>
                </a:cubicBezTo>
                <a:cubicBezTo>
                  <a:pt x="434" y="159"/>
                  <a:pt x="397" y="213"/>
                  <a:pt x="391" y="230"/>
                </a:cubicBezTo>
                <a:cubicBezTo>
                  <a:pt x="384" y="248"/>
                  <a:pt x="273" y="460"/>
                  <a:pt x="273" y="460"/>
                </a:cubicBezTo>
                <a:cubicBezTo>
                  <a:pt x="0" y="1"/>
                  <a:pt x="0" y="1"/>
                  <a:pt x="0" y="1"/>
                </a:cubicBezTo>
                <a:lnTo>
                  <a:pt x="65" y="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汉仪黑方W" panose="00020600040101010101" charset="-122"/>
              <a:ea typeface="汉仪黑方W" panose="00020600040101010101" charset="-122"/>
            </a:endParaRPr>
          </a:p>
        </p:txBody>
      </p:sp>
      <p:sp>
        <p:nvSpPr>
          <p:cNvPr id="26" name="文本框 60"/>
          <p:cNvSpPr txBox="1"/>
          <p:nvPr>
            <p:custDataLst>
              <p:tags r:id="rId14"/>
            </p:custDataLst>
          </p:nvPr>
        </p:nvSpPr>
        <p:spPr>
          <a:xfrm>
            <a:off x="8672578" y="2686049"/>
            <a:ext cx="2105958" cy="947326"/>
          </a:xfrm>
          <a:prstGeom prst="rect">
            <a:avLst/>
          </a:prstGeom>
          <a:noFill/>
        </p:spPr>
        <p:txBody>
          <a:bodyPr wrap="square" rtlCol="0">
            <a:normAutofit fontScale="7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400" kern="0" spc="150">
                <a:solidFill>
                  <a:schemeClr val="lt1"/>
                </a:solidFill>
                <a:latin typeface="汉仪黑方W" panose="00020600040101010101" charset="-122"/>
                <a:ea typeface="汉仪黑方W" panose="00020600040101010101" charset="-122"/>
                <a:cs typeface="汉仪黑方W" panose="00020600040101010101" charset="-122"/>
              </a:rPr>
              <a:t>汇报提供两个备选题目，分别为《火种·样板·体系》与《溯源·亲历·明理》可供选择。</a:t>
            </a:r>
            <a:endParaRPr lang="zh-CN" altLang="en-US" sz="1400" kern="0" spc="150">
              <a:solidFill>
                <a:schemeClr val="lt1"/>
              </a:solidFill>
              <a:latin typeface="汉仪黑方W" panose="00020600040101010101" charset="-122"/>
              <a:ea typeface="汉仪黑方W" panose="00020600040101010101" charset="-122"/>
              <a:cs typeface="汉仪黑方W" panose="00020600040101010101" charset="-122"/>
            </a:endParaRPr>
          </a:p>
        </p:txBody>
      </p:sp>
      <p:sp>
        <p:nvSpPr>
          <p:cNvPr id="27" name="文本框 61"/>
          <p:cNvSpPr txBox="1"/>
          <p:nvPr>
            <p:custDataLst>
              <p:tags r:id="rId15"/>
            </p:custDataLst>
          </p:nvPr>
        </p:nvSpPr>
        <p:spPr>
          <a:xfrm>
            <a:off x="8672578" y="2303917"/>
            <a:ext cx="2105958" cy="360517"/>
          </a:xfrm>
          <a:prstGeom prst="rect">
            <a:avLst/>
          </a:prstGeom>
          <a:noFill/>
        </p:spPr>
        <p:txBody>
          <a:bodyPr wrap="square" rtlCol="0">
            <a:normAutofit fontScale="6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000" spc="300">
                <a:solidFill>
                  <a:schemeClr val="lt1"/>
                </a:solidFill>
                <a:latin typeface="汉仪黑方W" panose="00020600040101010101" charset="-122"/>
                <a:ea typeface="汉仪黑方W" panose="00020600040101010101" charset="-122"/>
              </a:rPr>
              <a:t>备选标题参考</a:t>
            </a:r>
            <a:endParaRPr lang="zh-CN" altLang="en-US" sz="2000" spc="300">
              <a:solidFill>
                <a:schemeClr val="lt1"/>
              </a:solidFill>
              <a:latin typeface="汉仪黑方W" panose="00020600040101010101" charset="-122"/>
              <a:ea typeface="汉仪黑方W" panose="00020600040101010101" charset="-122"/>
            </a:endParaRPr>
          </a:p>
        </p:txBody>
      </p:sp>
      <p:cxnSp>
        <p:nvCxnSpPr>
          <p:cNvPr id="28" name="直接连接符 27"/>
          <p:cNvCxnSpPr/>
          <p:nvPr>
            <p:custDataLst>
              <p:tags r:id="rId16"/>
            </p:custDataLst>
          </p:nvPr>
        </p:nvCxnSpPr>
        <p:spPr>
          <a:xfrm>
            <a:off x="8737199" y="2675241"/>
            <a:ext cx="1900014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60"/>
          <p:cNvSpPr txBox="1"/>
          <p:nvPr>
            <p:custDataLst>
              <p:tags r:id="rId17"/>
            </p:custDataLst>
          </p:nvPr>
        </p:nvSpPr>
        <p:spPr>
          <a:xfrm>
            <a:off x="4215414" y="2686049"/>
            <a:ext cx="2105958" cy="947326"/>
          </a:xfrm>
          <a:prstGeom prst="rect">
            <a:avLst/>
          </a:prstGeom>
          <a:noFill/>
        </p:spPr>
        <p:txBody>
          <a:bodyPr wrap="square" rtlCol="0">
            <a:normAutofit fontScale="7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400" kern="0" spc="150">
                <a:solidFill>
                  <a:schemeClr val="lt1"/>
                </a:solidFill>
                <a:latin typeface="汉仪黑方W" panose="00020600040101010101" charset="-122"/>
                <a:ea typeface="汉仪黑方W" panose="00020600040101010101" charset="-122"/>
              </a:rPr>
              <a:t>本次汇报主标题为从照金到延安，副标题为一条精神来路上的三个坐标，标注了汇报相关信息。</a:t>
            </a:r>
            <a:endParaRPr lang="zh-CN" altLang="en-US" sz="1400" kern="0" spc="150">
              <a:solidFill>
                <a:schemeClr val="lt1"/>
              </a:solidFill>
              <a:latin typeface="汉仪黑方W" panose="00020600040101010101" charset="-122"/>
              <a:ea typeface="汉仪黑方W" panose="00020600040101010101" charset="-122"/>
            </a:endParaRPr>
          </a:p>
        </p:txBody>
      </p:sp>
      <p:sp>
        <p:nvSpPr>
          <p:cNvPr id="24" name="文本框 61"/>
          <p:cNvSpPr txBox="1"/>
          <p:nvPr>
            <p:custDataLst>
              <p:tags r:id="rId18"/>
            </p:custDataLst>
          </p:nvPr>
        </p:nvSpPr>
        <p:spPr>
          <a:xfrm>
            <a:off x="4215414" y="2303917"/>
            <a:ext cx="2105958" cy="360517"/>
          </a:xfrm>
          <a:prstGeom prst="rect">
            <a:avLst/>
          </a:prstGeom>
          <a:noFill/>
        </p:spPr>
        <p:txBody>
          <a:bodyPr wrap="square" rtlCol="0">
            <a:normAutofit fontScale="6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000" spc="300">
                <a:solidFill>
                  <a:schemeClr val="lt1"/>
                </a:solidFill>
                <a:latin typeface="汉仪黑方W" panose="00020600040101010101" charset="-122"/>
                <a:ea typeface="汉仪黑方W" panose="00020600040101010101" charset="-122"/>
              </a:rPr>
              <a:t>汇报主副标题信息</a:t>
            </a:r>
            <a:endParaRPr lang="zh-CN" altLang="en-US" sz="2000" spc="300">
              <a:solidFill>
                <a:schemeClr val="lt1"/>
              </a:solidFill>
              <a:latin typeface="汉仪黑方W" panose="00020600040101010101" charset="-122"/>
              <a:ea typeface="汉仪黑方W" panose="00020600040101010101" charset="-122"/>
            </a:endParaRPr>
          </a:p>
        </p:txBody>
      </p:sp>
      <p:cxnSp>
        <p:nvCxnSpPr>
          <p:cNvPr id="25" name="直接连接符 24"/>
          <p:cNvCxnSpPr/>
          <p:nvPr>
            <p:custDataLst>
              <p:tags r:id="rId19"/>
            </p:custDataLst>
          </p:nvPr>
        </p:nvCxnSpPr>
        <p:spPr>
          <a:xfrm>
            <a:off x="4331832" y="2675241"/>
            <a:ext cx="1900014" cy="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60"/>
          <p:cNvSpPr txBox="1"/>
          <p:nvPr>
            <p:custDataLst>
              <p:tags r:id="rId20"/>
            </p:custDataLst>
          </p:nvPr>
        </p:nvSpPr>
        <p:spPr>
          <a:xfrm>
            <a:off x="6443995" y="4521157"/>
            <a:ext cx="2105958" cy="947326"/>
          </a:xfrm>
          <a:prstGeom prst="rect">
            <a:avLst/>
          </a:prstGeom>
          <a:noFill/>
        </p:spPr>
        <p:txBody>
          <a:bodyPr wrap="square" rtlCol="0">
            <a:normAutofit fontScale="8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400" kern="0" spc="150">
                <a:solidFill>
                  <a:schemeClr val="lt1"/>
                </a:solidFill>
                <a:latin typeface="汉仪黑方W" panose="00020600040101010101" charset="-122"/>
                <a:ea typeface="汉仪黑方W" panose="00020600040101010101" charset="-122"/>
              </a:rPr>
              <a:t>该汇报主体为入党积极分子小组，预留了汇报人与汇报日期的填写位置。</a:t>
            </a:r>
            <a:endParaRPr lang="zh-CN" altLang="en-US" sz="1400" kern="0" spc="150">
              <a:solidFill>
                <a:schemeClr val="lt1"/>
              </a:solidFill>
              <a:latin typeface="汉仪黑方W" panose="00020600040101010101" charset="-122"/>
              <a:ea typeface="汉仪黑方W" panose="00020600040101010101" charset="-122"/>
            </a:endParaRPr>
          </a:p>
        </p:txBody>
      </p:sp>
      <p:sp>
        <p:nvSpPr>
          <p:cNvPr id="32" name="文本框 61"/>
          <p:cNvSpPr txBox="1"/>
          <p:nvPr>
            <p:custDataLst>
              <p:tags r:id="rId21"/>
            </p:custDataLst>
          </p:nvPr>
        </p:nvSpPr>
        <p:spPr>
          <a:xfrm>
            <a:off x="6443995" y="4139025"/>
            <a:ext cx="2105958" cy="360517"/>
          </a:xfrm>
          <a:prstGeom prst="rect">
            <a:avLst/>
          </a:prstGeom>
          <a:noFill/>
        </p:spPr>
        <p:txBody>
          <a:bodyPr wrap="square" rtlCol="0">
            <a:normAutofit fontScale="6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000" spc="300">
                <a:solidFill>
                  <a:schemeClr val="lt1"/>
                </a:solidFill>
                <a:latin typeface="汉仪黑方W" panose="00020600040101010101" charset="-122"/>
                <a:ea typeface="汉仪黑方W" panose="00020600040101010101" charset="-122"/>
              </a:rPr>
              <a:t>汇报基础信息标注</a:t>
            </a:r>
            <a:endParaRPr lang="zh-CN" altLang="en-US" sz="2000" spc="300">
              <a:solidFill>
                <a:schemeClr val="lt1"/>
              </a:solidFill>
              <a:latin typeface="汉仪黑方W" panose="00020600040101010101" charset="-122"/>
              <a:ea typeface="汉仪黑方W" panose="00020600040101010101" charset="-122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22"/>
            </p:custDataLst>
          </p:nvPr>
        </p:nvCxnSpPr>
        <p:spPr>
          <a:xfrm>
            <a:off x="6508617" y="4510349"/>
            <a:ext cx="1900014" cy="0"/>
          </a:xfrm>
          <a:prstGeom prst="line">
            <a:avLst/>
          </a:prstGeom>
          <a:ln w="190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58"/>
          <p:cNvSpPr txBox="1"/>
          <p:nvPr>
            <p:custDataLst>
              <p:tags r:id="rId23"/>
            </p:custDataLst>
          </p:nvPr>
        </p:nvSpPr>
        <p:spPr>
          <a:xfrm>
            <a:off x="6687176" y="2604463"/>
            <a:ext cx="343369" cy="27522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4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zh-CN" sz="4000" spc="300" dirty="0">
                <a:solidFill>
                  <a:schemeClr val="lt1"/>
                </a:solidFill>
                <a:latin typeface="汉仪黑方W" panose="00020600040101010101" charset="-122"/>
                <a:ea typeface="汉仪黑方W" panose="00020600040101010101" charset="-122"/>
              </a:rPr>
              <a:t>01</a:t>
            </a:r>
            <a:endParaRPr lang="en-US" altLang="zh-CN" sz="4000" spc="300" dirty="0">
              <a:solidFill>
                <a:schemeClr val="lt1"/>
              </a:solidFill>
              <a:latin typeface="汉仪黑方W" panose="00020600040101010101" charset="-122"/>
              <a:ea typeface="汉仪黑方W" panose="00020600040101010101" charset="-122"/>
            </a:endParaRPr>
          </a:p>
        </p:txBody>
      </p:sp>
      <p:sp>
        <p:nvSpPr>
          <p:cNvPr id="38" name="文本框 58"/>
          <p:cNvSpPr txBox="1"/>
          <p:nvPr>
            <p:custDataLst>
              <p:tags r:id="rId24"/>
            </p:custDataLst>
          </p:nvPr>
        </p:nvSpPr>
        <p:spPr>
          <a:xfrm>
            <a:off x="7963405" y="2604463"/>
            <a:ext cx="343369" cy="27522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4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zh-CN" sz="4000" spc="300" dirty="0">
                <a:solidFill>
                  <a:schemeClr val="dk1">
                    <a:lumMod val="85000"/>
                    <a:lumOff val="15000"/>
                  </a:schemeClr>
                </a:solidFill>
                <a:latin typeface="汉仪黑方W" panose="00020600040101010101" charset="-122"/>
                <a:ea typeface="汉仪黑方W" panose="00020600040101010101" charset="-122"/>
              </a:rPr>
              <a:t>02</a:t>
            </a:r>
            <a:endParaRPr lang="en-US" altLang="zh-CN" sz="4000" spc="300" dirty="0">
              <a:solidFill>
                <a:schemeClr val="dk1">
                  <a:lumMod val="85000"/>
                  <a:lumOff val="15000"/>
                </a:schemeClr>
              </a:solidFill>
              <a:latin typeface="汉仪黑方W" panose="00020600040101010101" charset="-122"/>
              <a:ea typeface="汉仪黑方W" panose="00020600040101010101" charset="-122"/>
            </a:endParaRPr>
          </a:p>
        </p:txBody>
      </p:sp>
      <p:sp>
        <p:nvSpPr>
          <p:cNvPr id="40" name="文本框 58"/>
          <p:cNvSpPr txBox="1"/>
          <p:nvPr>
            <p:custDataLst>
              <p:tags r:id="rId25"/>
            </p:custDataLst>
          </p:nvPr>
        </p:nvSpPr>
        <p:spPr>
          <a:xfrm>
            <a:off x="7325290" y="3650997"/>
            <a:ext cx="343369" cy="27522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4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zh-CN" sz="4000" spc="300" dirty="0">
                <a:solidFill>
                  <a:schemeClr val="lt1"/>
                </a:solidFill>
                <a:latin typeface="汉仪黑方W" panose="00020600040101010101" charset="-122"/>
                <a:ea typeface="汉仪黑方W" panose="00020600040101010101" charset="-122"/>
              </a:rPr>
              <a:t>03</a:t>
            </a:r>
            <a:endParaRPr lang="en-US" altLang="zh-CN" sz="4000" spc="300" dirty="0">
              <a:solidFill>
                <a:schemeClr val="lt1"/>
              </a:solidFill>
              <a:latin typeface="汉仪黑方W" panose="00020600040101010101" charset="-122"/>
              <a:ea typeface="汉仪黑方W" panose="00020600040101010101" charset="-122"/>
            </a:endParaRPr>
          </a:p>
        </p:txBody>
      </p:sp>
      <p:sp>
        <p:nvSpPr>
          <p:cNvPr id="42" name="形状"/>
          <p:cNvSpPr/>
          <p:nvPr>
            <p:custDataLst>
              <p:tags r:id="rId26"/>
            </p:custDataLst>
          </p:nvPr>
        </p:nvSpPr>
        <p:spPr>
          <a:xfrm>
            <a:off x="7289786" y="2889156"/>
            <a:ext cx="414378" cy="4143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7855"/>
                </a:moveTo>
                <a:cubicBezTo>
                  <a:pt x="16052" y="7855"/>
                  <a:pt x="16376" y="7925"/>
                  <a:pt x="16682" y="8033"/>
                </a:cubicBezTo>
                <a:cubicBezTo>
                  <a:pt x="16684" y="7973"/>
                  <a:pt x="16691" y="7915"/>
                  <a:pt x="16691" y="7855"/>
                </a:cubicBezTo>
                <a:cubicBezTo>
                  <a:pt x="16691" y="5686"/>
                  <a:pt x="14932" y="3927"/>
                  <a:pt x="12764" y="3927"/>
                </a:cubicBezTo>
                <a:cubicBezTo>
                  <a:pt x="11311" y="3927"/>
                  <a:pt x="10045" y="4718"/>
                  <a:pt x="9366" y="5891"/>
                </a:cubicBezTo>
                <a:lnTo>
                  <a:pt x="10309" y="5891"/>
                </a:lnTo>
                <a:cubicBezTo>
                  <a:pt x="10401" y="5891"/>
                  <a:pt x="10481" y="5904"/>
                  <a:pt x="10567" y="5910"/>
                </a:cubicBezTo>
                <a:cubicBezTo>
                  <a:pt x="11107" y="5301"/>
                  <a:pt x="11886" y="4909"/>
                  <a:pt x="12764" y="4909"/>
                </a:cubicBezTo>
                <a:cubicBezTo>
                  <a:pt x="14390" y="4909"/>
                  <a:pt x="15709" y="6228"/>
                  <a:pt x="15709" y="7855"/>
                </a:cubicBezTo>
                <a:moveTo>
                  <a:pt x="11716" y="6199"/>
                </a:moveTo>
                <a:cubicBezTo>
                  <a:pt x="12102" y="6387"/>
                  <a:pt x="12403" y="6637"/>
                  <a:pt x="12649" y="6884"/>
                </a:cubicBezTo>
                <a:cubicBezTo>
                  <a:pt x="12687" y="6880"/>
                  <a:pt x="12724" y="6873"/>
                  <a:pt x="12764" y="6873"/>
                </a:cubicBezTo>
                <a:cubicBezTo>
                  <a:pt x="13306" y="6873"/>
                  <a:pt x="13745" y="7313"/>
                  <a:pt x="13745" y="7855"/>
                </a:cubicBezTo>
                <a:lnTo>
                  <a:pt x="14727" y="7855"/>
                </a:lnTo>
                <a:cubicBezTo>
                  <a:pt x="14727" y="6770"/>
                  <a:pt x="13848" y="5891"/>
                  <a:pt x="12764" y="5891"/>
                </a:cubicBezTo>
                <a:cubicBezTo>
                  <a:pt x="12377" y="5891"/>
                  <a:pt x="12020" y="6006"/>
                  <a:pt x="11716" y="6199"/>
                </a:cubicBezTo>
                <a:moveTo>
                  <a:pt x="19636" y="1964"/>
                </a:moveTo>
                <a:lnTo>
                  <a:pt x="17673" y="1964"/>
                </a:lnTo>
                <a:cubicBezTo>
                  <a:pt x="16200" y="1964"/>
                  <a:pt x="16200" y="0"/>
                  <a:pt x="14236" y="0"/>
                </a:cubicBezTo>
                <a:lnTo>
                  <a:pt x="11291" y="0"/>
                </a:lnTo>
                <a:cubicBezTo>
                  <a:pt x="9327" y="0"/>
                  <a:pt x="9327" y="1964"/>
                  <a:pt x="7855" y="1964"/>
                </a:cubicBezTo>
                <a:lnTo>
                  <a:pt x="5891" y="1964"/>
                </a:lnTo>
                <a:cubicBezTo>
                  <a:pt x="4806" y="1964"/>
                  <a:pt x="3927" y="2843"/>
                  <a:pt x="3927" y="3927"/>
                </a:cubicBezTo>
                <a:lnTo>
                  <a:pt x="3927" y="7855"/>
                </a:lnTo>
                <a:cubicBezTo>
                  <a:pt x="4125" y="7855"/>
                  <a:pt x="4236" y="7769"/>
                  <a:pt x="4627" y="7318"/>
                </a:cubicBezTo>
                <a:cubicBezTo>
                  <a:pt x="4712" y="7220"/>
                  <a:pt x="4807" y="7113"/>
                  <a:pt x="4909" y="7005"/>
                </a:cubicBezTo>
                <a:lnTo>
                  <a:pt x="4909" y="3927"/>
                </a:lnTo>
                <a:cubicBezTo>
                  <a:pt x="4909" y="3386"/>
                  <a:pt x="5349" y="2945"/>
                  <a:pt x="5891" y="2945"/>
                </a:cubicBezTo>
                <a:lnTo>
                  <a:pt x="7855" y="2945"/>
                </a:lnTo>
                <a:cubicBezTo>
                  <a:pt x="9818" y="2945"/>
                  <a:pt x="9818" y="982"/>
                  <a:pt x="11291" y="982"/>
                </a:cubicBezTo>
                <a:lnTo>
                  <a:pt x="12764" y="982"/>
                </a:lnTo>
                <a:lnTo>
                  <a:pt x="14236" y="982"/>
                </a:lnTo>
                <a:cubicBezTo>
                  <a:pt x="15709" y="982"/>
                  <a:pt x="15709" y="2945"/>
                  <a:pt x="17673" y="2945"/>
                </a:cubicBezTo>
                <a:lnTo>
                  <a:pt x="19636" y="2945"/>
                </a:lnTo>
                <a:cubicBezTo>
                  <a:pt x="20178" y="2945"/>
                  <a:pt x="20618" y="3386"/>
                  <a:pt x="20618" y="3927"/>
                </a:cubicBezTo>
                <a:lnTo>
                  <a:pt x="20618" y="12764"/>
                </a:lnTo>
                <a:cubicBezTo>
                  <a:pt x="20618" y="13306"/>
                  <a:pt x="20178" y="13745"/>
                  <a:pt x="19636" y="13745"/>
                </a:cubicBezTo>
                <a:lnTo>
                  <a:pt x="18655" y="13745"/>
                </a:lnTo>
                <a:lnTo>
                  <a:pt x="18655" y="14727"/>
                </a:lnTo>
                <a:lnTo>
                  <a:pt x="19636" y="14727"/>
                </a:lnTo>
                <a:cubicBezTo>
                  <a:pt x="20721" y="14727"/>
                  <a:pt x="21600" y="13849"/>
                  <a:pt x="21600" y="12764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0800"/>
                </a:lnTo>
                <a:cubicBezTo>
                  <a:pt x="982" y="10258"/>
                  <a:pt x="1422" y="9818"/>
                  <a:pt x="1964" y="9818"/>
                </a:cubicBezTo>
                <a:lnTo>
                  <a:pt x="3927" y="9818"/>
                </a:lnTo>
                <a:cubicBezTo>
                  <a:pt x="5891" y="9818"/>
                  <a:pt x="5891" y="7855"/>
                  <a:pt x="7364" y="7855"/>
                </a:cubicBezTo>
                <a:lnTo>
                  <a:pt x="8836" y="7855"/>
                </a:lnTo>
                <a:lnTo>
                  <a:pt x="10309" y="7855"/>
                </a:lnTo>
                <a:cubicBezTo>
                  <a:pt x="11782" y="7855"/>
                  <a:pt x="11782" y="9818"/>
                  <a:pt x="13745" y="9818"/>
                </a:cubicBezTo>
                <a:lnTo>
                  <a:pt x="15709" y="9818"/>
                </a:lnTo>
                <a:cubicBezTo>
                  <a:pt x="16251" y="9818"/>
                  <a:pt x="16691" y="10258"/>
                  <a:pt x="16691" y="10800"/>
                </a:cubicBezTo>
                <a:cubicBezTo>
                  <a:pt x="16691" y="10800"/>
                  <a:pt x="16691" y="19636"/>
                  <a:pt x="16691" y="19636"/>
                </a:cubicBezTo>
                <a:close/>
                <a:moveTo>
                  <a:pt x="15709" y="8836"/>
                </a:moveTo>
                <a:lnTo>
                  <a:pt x="13745" y="8836"/>
                </a:lnTo>
                <a:cubicBezTo>
                  <a:pt x="12273" y="8836"/>
                  <a:pt x="12273" y="6873"/>
                  <a:pt x="10309" y="6873"/>
                </a:cubicBezTo>
                <a:lnTo>
                  <a:pt x="7364" y="6873"/>
                </a:lnTo>
                <a:cubicBezTo>
                  <a:pt x="5400" y="6873"/>
                  <a:pt x="5400" y="8836"/>
                  <a:pt x="3927" y="8836"/>
                </a:cubicBezTo>
                <a:lnTo>
                  <a:pt x="1964" y="8836"/>
                </a:lnTo>
                <a:cubicBezTo>
                  <a:pt x="87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10800"/>
                </a:lnTo>
                <a:cubicBezTo>
                  <a:pt x="17673" y="9716"/>
                  <a:pt x="16794" y="8836"/>
                  <a:pt x="15709" y="8836"/>
                </a:cubicBezTo>
                <a:moveTo>
                  <a:pt x="19636" y="4909"/>
                </a:moveTo>
                <a:cubicBezTo>
                  <a:pt x="19636" y="4367"/>
                  <a:pt x="19197" y="3927"/>
                  <a:pt x="18655" y="3927"/>
                </a:cubicBezTo>
                <a:cubicBezTo>
                  <a:pt x="18113" y="3927"/>
                  <a:pt x="17673" y="4367"/>
                  <a:pt x="17673" y="4909"/>
                </a:cubicBezTo>
                <a:cubicBezTo>
                  <a:pt x="17673" y="5451"/>
                  <a:pt x="18113" y="5891"/>
                  <a:pt x="18655" y="5891"/>
                </a:cubicBezTo>
                <a:cubicBezTo>
                  <a:pt x="19197" y="5891"/>
                  <a:pt x="19636" y="5451"/>
                  <a:pt x="19636" y="4909"/>
                </a:cubicBezTo>
                <a:moveTo>
                  <a:pt x="19145" y="7364"/>
                </a:moveTo>
                <a:cubicBezTo>
                  <a:pt x="19145" y="7093"/>
                  <a:pt x="18925" y="6873"/>
                  <a:pt x="18655" y="6873"/>
                </a:cubicBezTo>
                <a:cubicBezTo>
                  <a:pt x="18384" y="6873"/>
                  <a:pt x="18164" y="7093"/>
                  <a:pt x="18164" y="7364"/>
                </a:cubicBezTo>
                <a:cubicBezTo>
                  <a:pt x="18164" y="7635"/>
                  <a:pt x="18384" y="7855"/>
                  <a:pt x="18655" y="7855"/>
                </a:cubicBezTo>
                <a:cubicBezTo>
                  <a:pt x="18925" y="7855"/>
                  <a:pt x="19145" y="7635"/>
                  <a:pt x="19145" y="7364"/>
                </a:cubicBezTo>
                <a:moveTo>
                  <a:pt x="8836" y="15709"/>
                </a:moveTo>
                <a:cubicBezTo>
                  <a:pt x="8294" y="15709"/>
                  <a:pt x="7855" y="15269"/>
                  <a:pt x="7855" y="14727"/>
                </a:cubicBezTo>
                <a:cubicBezTo>
                  <a:pt x="7855" y="14186"/>
                  <a:pt x="8294" y="13745"/>
                  <a:pt x="8836" y="13745"/>
                </a:cubicBezTo>
                <a:cubicBezTo>
                  <a:pt x="9378" y="13745"/>
                  <a:pt x="9818" y="14186"/>
                  <a:pt x="9818" y="14727"/>
                </a:cubicBezTo>
                <a:cubicBezTo>
                  <a:pt x="9818" y="15269"/>
                  <a:pt x="9378" y="15709"/>
                  <a:pt x="8836" y="15709"/>
                </a:cubicBezTo>
                <a:moveTo>
                  <a:pt x="8836" y="12764"/>
                </a:moveTo>
                <a:cubicBezTo>
                  <a:pt x="7752" y="12764"/>
                  <a:pt x="6873" y="13643"/>
                  <a:pt x="6873" y="14727"/>
                </a:cubicBezTo>
                <a:cubicBezTo>
                  <a:pt x="6873" y="15812"/>
                  <a:pt x="7752" y="16691"/>
                  <a:pt x="8836" y="16691"/>
                </a:cubicBezTo>
                <a:cubicBezTo>
                  <a:pt x="9921" y="16691"/>
                  <a:pt x="10800" y="15812"/>
                  <a:pt x="10800" y="14727"/>
                </a:cubicBezTo>
                <a:cubicBezTo>
                  <a:pt x="10800" y="13643"/>
                  <a:pt x="9921" y="12764"/>
                  <a:pt x="8836" y="12764"/>
                </a:cubicBezTo>
                <a:moveTo>
                  <a:pt x="14727" y="10800"/>
                </a:moveTo>
                <a:cubicBezTo>
                  <a:pt x="14185" y="10800"/>
                  <a:pt x="13745" y="11240"/>
                  <a:pt x="13745" y="11782"/>
                </a:cubicBezTo>
                <a:cubicBezTo>
                  <a:pt x="13745" y="12325"/>
                  <a:pt x="14185" y="12764"/>
                  <a:pt x="14727" y="12764"/>
                </a:cubicBezTo>
                <a:cubicBezTo>
                  <a:pt x="15269" y="12764"/>
                  <a:pt x="15709" y="12325"/>
                  <a:pt x="15709" y="11782"/>
                </a:cubicBezTo>
                <a:cubicBezTo>
                  <a:pt x="15709" y="11240"/>
                  <a:pt x="15269" y="10800"/>
                  <a:pt x="14727" y="10800"/>
                </a:cubicBezTo>
                <a:moveTo>
                  <a:pt x="14727" y="13745"/>
                </a:moveTo>
                <a:cubicBezTo>
                  <a:pt x="14456" y="13745"/>
                  <a:pt x="14236" y="13966"/>
                  <a:pt x="14236" y="14236"/>
                </a:cubicBezTo>
                <a:cubicBezTo>
                  <a:pt x="14236" y="14508"/>
                  <a:pt x="14456" y="14727"/>
                  <a:pt x="14727" y="14727"/>
                </a:cubicBezTo>
                <a:cubicBezTo>
                  <a:pt x="14998" y="14727"/>
                  <a:pt x="15218" y="14508"/>
                  <a:pt x="15218" y="14236"/>
                </a:cubicBezTo>
                <a:cubicBezTo>
                  <a:pt x="15218" y="13966"/>
                  <a:pt x="14998" y="13745"/>
                  <a:pt x="14727" y="13745"/>
                </a:cubicBezTo>
                <a:moveTo>
                  <a:pt x="8836" y="17673"/>
                </a:moveTo>
                <a:cubicBezTo>
                  <a:pt x="7210" y="17673"/>
                  <a:pt x="5891" y="16354"/>
                  <a:pt x="5891" y="14727"/>
                </a:cubicBezTo>
                <a:cubicBezTo>
                  <a:pt x="5891" y="13101"/>
                  <a:pt x="7210" y="11782"/>
                  <a:pt x="8836" y="11782"/>
                </a:cubicBezTo>
                <a:cubicBezTo>
                  <a:pt x="10463" y="11782"/>
                  <a:pt x="11782" y="13101"/>
                  <a:pt x="11782" y="14727"/>
                </a:cubicBezTo>
                <a:cubicBezTo>
                  <a:pt x="11782" y="16354"/>
                  <a:pt x="10463" y="17673"/>
                  <a:pt x="8836" y="17673"/>
                </a:cubicBezTo>
                <a:moveTo>
                  <a:pt x="8836" y="10800"/>
                </a:moveTo>
                <a:cubicBezTo>
                  <a:pt x="6668" y="10800"/>
                  <a:pt x="4909" y="12558"/>
                  <a:pt x="4909" y="14727"/>
                </a:cubicBezTo>
                <a:cubicBezTo>
                  <a:pt x="4909" y="16897"/>
                  <a:pt x="6668" y="18655"/>
                  <a:pt x="8836" y="18655"/>
                </a:cubicBezTo>
                <a:cubicBezTo>
                  <a:pt x="11005" y="18655"/>
                  <a:pt x="12764" y="16897"/>
                  <a:pt x="12764" y="14727"/>
                </a:cubicBezTo>
                <a:cubicBezTo>
                  <a:pt x="12764" y="12558"/>
                  <a:pt x="11005" y="10800"/>
                  <a:pt x="8836" y="10800"/>
                </a:cubicBezTo>
              </a:path>
            </a:pathLst>
          </a:custGeom>
          <a:solidFill>
            <a:schemeClr val="dk1">
              <a:lumMod val="50000"/>
              <a:lumOff val="5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0" b="1" i="0" u="none" strike="noStrike" cap="none" spc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0" marR="0" indent="228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0" b="1" i="0" u="none" strike="noStrike" cap="none" spc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2pPr>
            <a:lvl3pPr marL="0" marR="0" indent="457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0" b="1" i="0" u="none" strike="noStrike" cap="none" spc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3pPr>
            <a:lvl4pPr marL="0" marR="0" indent="685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0" b="1" i="0" u="none" strike="noStrike" cap="none" spc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4pPr>
            <a:lvl5pPr marL="0" marR="0" indent="914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0" b="1" i="0" u="none" strike="noStrike" cap="none" spc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5pPr>
            <a:lvl6pPr marL="0" marR="0" indent="11430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0" b="1" i="0" u="none" strike="noStrike" cap="none" spc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6pPr>
            <a:lvl7pPr marL="0" marR="0" indent="1371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0" b="1" i="0" u="none" strike="noStrike" cap="none" spc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7pPr>
            <a:lvl8pPr marL="0" marR="0" indent="1600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0" b="1" i="0" u="none" strike="noStrike" cap="none" spc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8pPr>
            <a:lvl9pPr marL="0" marR="0" indent="1828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0" b="1" i="0" u="none" strike="noStrike" cap="none" spc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9pPr>
          </a:lstStyle>
          <a:p>
            <a:pPr algn="ctr" defTabSz="457200">
              <a:lnSpc>
                <a:spcPct val="120000"/>
              </a:lnSpc>
              <a:defRPr sz="3000" b="0">
                <a:solidFill>
                  <a:srgbClr val="EBEBEB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>
              <a:latin typeface="汉仪黑方W" panose="00020600040101010101" charset="-122"/>
              <a:ea typeface="汉仪黑方W" panose="000206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0" y="0"/>
            <a:ext cx="12192000" cy="6905625"/>
          </a:xfrm>
          <a:prstGeom prst="rect">
            <a:avLst/>
          </a:prstGeom>
        </p:spPr>
      </p:pic>
    </p:spTree>
    <p:custDataLst>
      <p:tags r:id="rId28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1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12" b="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E1B18">
              <a:alpha val="4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11200" y="609600"/>
            <a:ext cx="127000" cy="127000"/>
          </a:xfrm>
          <a:prstGeom prst="roundRect">
            <a:avLst>
              <a:gd name="adj" fmla="val 0"/>
            </a:avLst>
          </a:prstGeom>
          <a:solidFill>
            <a:srgbClr val="C4A9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1353800" y="609600"/>
            <a:ext cx="127000" cy="127000"/>
          </a:xfrm>
          <a:prstGeom prst="roundRect">
            <a:avLst>
              <a:gd name="adj" fmla="val 0"/>
            </a:avLst>
          </a:prstGeom>
          <a:solidFill>
            <a:srgbClr val="C4A9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11200" y="6121400"/>
            <a:ext cx="127000" cy="127000"/>
          </a:xfrm>
          <a:prstGeom prst="roundRect">
            <a:avLst>
              <a:gd name="adj" fmla="val 0"/>
            </a:avLst>
          </a:prstGeom>
          <a:solidFill>
            <a:srgbClr val="C4A9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1353800" y="6121400"/>
            <a:ext cx="127000" cy="127000"/>
          </a:xfrm>
          <a:prstGeom prst="roundRect">
            <a:avLst>
              <a:gd name="adj" fmla="val 0"/>
            </a:avLst>
          </a:prstGeom>
          <a:solidFill>
            <a:srgbClr val="C4A9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2286000" y="18796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C4A9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ZHAOJIN · A TOWN THAT BURNED</a:t>
            </a:r>
            <a:endParaRPr lang="en-US" sz="1600" b="0" i="0" u="none" strike="noStrike" kern="0">
              <a:solidFill>
                <a:srgbClr val="C4A96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508000" y="2603500"/>
            <a:ext cx="1117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7600" b="1" dirty="0">
                <a:solidFill>
                  <a:schemeClr val="lt1"/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  <a:sym typeface="+mn-ea"/>
              </a:rPr>
              <a:t>溯源——照金精神</a:t>
            </a:r>
            <a:endParaRPr lang="en-US" sz="7600" b="1" i="0" u="none" strike="noStrike" kern="0">
              <a:solidFill>
                <a:srgbClr val="F5F0E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3556000" y="4445000"/>
            <a:ext cx="508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0" i="0" u="none" strike="noStrike" kern="0">
                <a:solidFill>
                  <a:srgbClr val="F5F0E8">
                    <a:alpha val="92157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—— 照金与照金精神</a:t>
            </a:r>
            <a:endParaRPr lang="en-US" sz="2000" b="0" i="0" u="none" strike="noStrike" kern="0">
              <a:solidFill>
                <a:srgbClr val="F5F0E8">
                  <a:alpha val="92157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1" name="Connector 11"/>
          <p:cNvCxnSpPr/>
          <p:nvPr/>
        </p:nvCxnSpPr>
        <p:spPr>
          <a:xfrm rot="-45230">
            <a:off x="5613442" y="5276850"/>
            <a:ext cx="965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4A96B">
                <a:alpha val="8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 txBox="1"/>
          <p:nvPr/>
        </p:nvSpPr>
        <p:spPr>
          <a:xfrm>
            <a:off x="2540000" y="5588000"/>
            <a:ext cx="711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0" i="0" u="none" strike="noStrike" kern="0">
                <a:solidFill>
                  <a:srgbClr val="C4A9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从煤城铜川 · 到西北革命的摇篮</a:t>
            </a:r>
            <a:endParaRPr lang="en-US" sz="1400" b="0" i="0" u="none" strike="noStrike" kern="0">
              <a:solidFill>
                <a:srgbClr val="C4A96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11200" y="4572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 kern="0">
                <a:solidFill>
                  <a:srgbClr val="2A2A2A">
                    <a:alpha val="72157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照金与照金精神</a:t>
            </a:r>
            <a:endParaRPr lang="en-US" sz="1100" b="0" i="0" u="none" strike="noStrike" kern="0">
              <a:solidFill>
                <a:srgbClr val="2A2A2A">
                  <a:alpha val="72157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10871200" y="457200"/>
            <a:ext cx="609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 kern="0">
                <a:solidFill>
                  <a:srgbClr val="2A2A2A">
                    <a:alpha val="72157"/>
                  </a:srgb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02</a:t>
            </a:r>
            <a:endParaRPr lang="en-US" sz="1100" b="0" i="0" u="none" strike="noStrike" kern="0">
              <a:solidFill>
                <a:srgbClr val="2A2A2A">
                  <a:alpha val="72157"/>
                </a:srgbClr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4" name="Connector 4"/>
          <p:cNvCxnSpPr/>
          <p:nvPr/>
        </p:nvCxnSpPr>
        <p:spPr>
          <a:xfrm rot="-4053">
            <a:off x="711204" y="908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A2A2A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711200" y="12700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8C3A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● 第一章 · 一座煤城的记忆</a:t>
            </a:r>
            <a:endParaRPr lang="en-US" sz="1300" b="0" i="0" u="none" strike="noStrike" kern="0">
              <a:solidFill>
                <a:srgbClr val="8C3A2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711200" y="1676400"/>
            <a:ext cx="762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i="0" u="none" strike="noStrike" kern="0">
                <a:solidFill>
                  <a:srgbClr val="2A2A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一座煤城的记忆</a:t>
            </a:r>
            <a:endParaRPr lang="en-US" sz="4000" b="1" i="0" u="none" strike="noStrike" kern="0">
              <a:solidFill>
                <a:srgbClr val="2A2A2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711200" y="2514600"/>
            <a:ext cx="711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rgbClr val="8C3A2B">
                    <a:alpha val="85098"/>
                  </a:srgb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MEMORY OF A COAL TOWN</a:t>
            </a:r>
            <a:endParaRPr lang="en-US" sz="1200" b="0" i="0" u="none" strike="noStrike" kern="0">
              <a:solidFill>
                <a:srgbClr val="8C3A2B">
                  <a:alpha val="85098"/>
                </a:srgbClr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711200" y="3200400"/>
            <a:ext cx="2540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0" i="0" u="none" strike="noStrike" kern="0">
                <a:solidFill>
                  <a:srgbClr val="96693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1958</a:t>
            </a:r>
            <a:endParaRPr lang="en-US" sz="4800" b="0" i="0" u="none" strike="noStrike" kern="0">
              <a:solidFill>
                <a:srgbClr val="96693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711200" y="4089400"/>
            <a:ext cx="2667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rgbClr val="2A2A2A">
                    <a:alpha val="85098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建市，陕西继西安之后</a:t>
            </a:r>
            <a:endParaRPr lang="en-US" sz="11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kern="0">
                <a:solidFill>
                  <a:srgbClr val="2A2A2A">
                    <a:alpha val="85098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第二个省辖市</a:t>
            </a:r>
            <a:endParaRPr lang="en-US" sz="1200" b="0" i="0" u="none" strike="noStrike" kern="0">
              <a:solidFill>
                <a:srgbClr val="2A2A2A">
                  <a:alpha val="85098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5375445">
            <a:off x="2565400" y="4083073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A2A2A">
                <a:alpha val="14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 txBox="1"/>
          <p:nvPr/>
        </p:nvSpPr>
        <p:spPr>
          <a:xfrm>
            <a:off x="3759200" y="3200400"/>
            <a:ext cx="2540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0" i="0" u="none" strike="noStrike" kern="0">
                <a:solidFill>
                  <a:srgbClr val="96693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7亿+</a:t>
            </a:r>
            <a:endParaRPr lang="en-US" sz="4800" b="0" i="0" u="none" strike="noStrike" kern="0">
              <a:solidFill>
                <a:srgbClr val="96693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3759200" y="4089400"/>
            <a:ext cx="2667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rgbClr val="2A2A2A">
                    <a:alpha val="85098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累计贡献煤炭</a:t>
            </a:r>
            <a:endParaRPr lang="en-US" sz="11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kern="0">
                <a:solidFill>
                  <a:srgbClr val="2A2A2A">
                    <a:alpha val="85098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7亿多吨</a:t>
            </a:r>
            <a:endParaRPr lang="en-US" sz="1200" b="0" i="0" u="none" strike="noStrike" kern="0">
              <a:solidFill>
                <a:srgbClr val="2A2A2A">
                  <a:alpha val="85098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3" name="Connector 13"/>
          <p:cNvCxnSpPr/>
          <p:nvPr/>
        </p:nvCxnSpPr>
        <p:spPr>
          <a:xfrm rot="5375445">
            <a:off x="5613400" y="4083073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A2A2A">
                <a:alpha val="14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 txBox="1"/>
          <p:nvPr/>
        </p:nvSpPr>
        <p:spPr>
          <a:xfrm>
            <a:off x="6807200" y="3200400"/>
            <a:ext cx="2540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0" i="0" u="none" strike="noStrike" kern="0">
                <a:solidFill>
                  <a:srgbClr val="96693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70%</a:t>
            </a:r>
            <a:endParaRPr lang="en-US" sz="4800" b="0" i="0" u="none" strike="noStrike" kern="0">
              <a:solidFill>
                <a:srgbClr val="96693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5" name="AutoShape 15"/>
          <p:cNvSpPr txBox="1"/>
          <p:nvPr/>
        </p:nvSpPr>
        <p:spPr>
          <a:xfrm>
            <a:off x="6807200" y="4089400"/>
            <a:ext cx="2667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rgbClr val="2A2A2A">
                    <a:alpha val="85098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产量一度占到</a:t>
            </a:r>
            <a:endParaRPr lang="en-US" sz="11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kern="0">
                <a:solidFill>
                  <a:srgbClr val="2A2A2A">
                    <a:alpha val="85098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全省约七成</a:t>
            </a:r>
            <a:endParaRPr lang="en-US" sz="1200" b="0" i="0" u="none" strike="noStrike" kern="0">
              <a:solidFill>
                <a:srgbClr val="2A2A2A">
                  <a:alpha val="85098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6" name="Connector 16"/>
          <p:cNvCxnSpPr/>
          <p:nvPr/>
        </p:nvCxnSpPr>
        <p:spPr>
          <a:xfrm rot="5375445">
            <a:off x="8661400" y="4083073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A2A2A">
                <a:alpha val="14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 txBox="1"/>
          <p:nvPr/>
        </p:nvSpPr>
        <p:spPr>
          <a:xfrm>
            <a:off x="9855200" y="3200400"/>
            <a:ext cx="2286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0" i="0" u="none" strike="noStrike" kern="0">
                <a:solidFill>
                  <a:srgbClr val="96693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2009</a:t>
            </a:r>
            <a:endParaRPr lang="en-US" sz="4800" b="0" i="0" u="none" strike="noStrike" kern="0">
              <a:solidFill>
                <a:srgbClr val="96693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8" name="AutoShape 18"/>
          <p:cNvSpPr txBox="1"/>
          <p:nvPr/>
        </p:nvSpPr>
        <p:spPr>
          <a:xfrm>
            <a:off x="9855200" y="4089400"/>
            <a:ext cx="23368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rgbClr val="2A2A2A">
                    <a:alpha val="85098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列入全国第二批</a:t>
            </a:r>
            <a:endParaRPr lang="en-US" sz="11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kern="0">
                <a:solidFill>
                  <a:srgbClr val="2A2A2A">
                    <a:alpha val="85098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资源枯竭城市</a:t>
            </a:r>
            <a:endParaRPr lang="en-US" sz="1200" b="0" i="0" u="none" strike="noStrike" kern="0">
              <a:solidFill>
                <a:srgbClr val="2A2A2A">
                  <a:alpha val="85098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9" name="AutoShape 19"/>
          <p:cNvSpPr txBox="1"/>
          <p:nvPr/>
        </p:nvSpPr>
        <p:spPr>
          <a:xfrm>
            <a:off x="711200" y="52578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2A2A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《平凡的世界》里那个“铜城”，原型就是铜川；它曾被称为“卫星上看不见的城市”。</a:t>
            </a:r>
            <a:endParaRPr lang="en-US" sz="1600" b="0" i="0" u="none" strike="noStrike" kern="0">
              <a:solidFill>
                <a:srgbClr val="2A2A2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20" name="AutoShape 20"/>
          <p:cNvSpPr txBox="1"/>
          <p:nvPr/>
        </p:nvSpPr>
        <p:spPr>
          <a:xfrm>
            <a:off x="711200" y="58674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100" b="0" i="0" u="none" strike="noStrike" kern="0">
                <a:solidFill>
                  <a:srgbClr val="8C3A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历史会忘记铜川，但永远不会忘记。</a:t>
            </a:r>
            <a:endParaRPr lang="en-US" sz="2100" b="0" i="0" u="none" strike="noStrike" kern="0">
              <a:solidFill>
                <a:srgbClr val="8C3A2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21" name="AutoShape 21"/>
          <p:cNvSpPr txBox="1"/>
          <p:nvPr/>
        </p:nvSpPr>
        <p:spPr>
          <a:xfrm>
            <a:off x="711200" y="6477000"/>
            <a:ext cx="10769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0" i="0" u="none" strike="noStrike" kern="0">
                <a:solidFill>
                  <a:srgbClr val="2A2A2A">
                    <a:alpha val="5490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数据来源：</a:t>
            </a:r>
            <a:r>
              <a:rPr lang="en-US" sz="900" b="0" i="0" u="none" strike="noStrike" kern="0">
                <a:solidFill>
                  <a:srgbClr val="2A2A2A">
                    <a:alpha val="5490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  <a:hlinkClick r:id="rId1" tooltip="https://paper.people.com.cn/rmrb/pc/content/202505/06/content_30071335.html"/>
              </a:rPr>
              <a:t>人民日报 2025-05-06</a:t>
            </a:r>
            <a:r>
              <a:rPr lang="en-US" sz="900" b="0" i="0" u="none" strike="noStrike" kern="0">
                <a:solidFill>
                  <a:srgbClr val="2A2A2A">
                    <a:alpha val="5490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· </a:t>
            </a:r>
            <a:r>
              <a:rPr lang="en-US" sz="900" b="0" i="0" u="none" strike="noStrike" kern="0">
                <a:solidFill>
                  <a:srgbClr val="2A2A2A">
                    <a:alpha val="5490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  <a:hlinkClick r:id="rId2" tooltip="https://www.chinanews.com.cn/cj/2023/11-15/10112571.shtml"/>
              </a:rPr>
              <a:t>中新网 2023-11-15</a:t>
            </a:r>
            <a:r>
              <a:rPr lang="en-US" sz="900" b="0" i="0" u="none" strike="noStrike" kern="0">
                <a:solidFill>
                  <a:srgbClr val="2A2A2A">
                    <a:alpha val="5490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· </a:t>
            </a:r>
            <a:r>
              <a:rPr lang="en-US" sz="900" b="0" i="0" u="none" strike="noStrike" kern="0">
                <a:solidFill>
                  <a:srgbClr val="2A2A2A">
                    <a:alpha val="5490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  <a:hlinkClick r:id="rId3" tooltip="http://www.jjckb.cn/2015-12/23/c_134942561.htm"/>
              </a:rPr>
              <a:t>经济参考报 2015-12-23</a:t>
            </a:r>
            <a:endParaRPr lang="en-US" sz="900" b="0" i="0" u="none" strike="noStrike" kern="0">
              <a:solidFill>
                <a:srgbClr val="2A2A2A">
                  <a:alpha val="54902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  <a:hlinkClick r:id="rId3" tooltip="http://www.jjckb.cn/2015-12/23/c_134942561.ht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1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11200" y="4572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 kern="0">
                <a:solidFill>
                  <a:srgbClr val="F5F0E8">
                    <a:alpha val="7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照金与照金精神</a:t>
            </a:r>
            <a:endParaRPr lang="en-US" sz="1100" b="0" i="0" u="none" strike="noStrike" kern="0">
              <a:solidFill>
                <a:srgbClr val="F5F0E8">
                  <a:alpha val="70196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10871200" y="457200"/>
            <a:ext cx="609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 kern="0">
                <a:solidFill>
                  <a:srgbClr val="F5F0E8">
                    <a:alpha val="70196"/>
                  </a:srgb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03</a:t>
            </a:r>
            <a:endParaRPr lang="en-US" sz="1100" b="0" i="0" u="none" strike="noStrike" kern="0">
              <a:solidFill>
                <a:srgbClr val="F5F0E8">
                  <a:alpha val="70196"/>
                </a:srgbClr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4" name="Connector 4"/>
          <p:cNvCxnSpPr/>
          <p:nvPr/>
        </p:nvCxnSpPr>
        <p:spPr>
          <a:xfrm rot="-4053">
            <a:off x="711204" y="908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F0E8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711200" y="1270000"/>
            <a:ext cx="533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C4A9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● 第二章 · 关中：革命前的这片土地</a:t>
            </a:r>
            <a:endParaRPr lang="en-US" sz="1300" b="0" i="0" u="none" strike="noStrike" kern="0">
              <a:solidFill>
                <a:srgbClr val="C4A96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711200" y="16764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i="0" u="none" strike="noStrike" kern="0">
                <a:solidFill>
                  <a:srgbClr val="F5F0E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这片土地，为什么需要一场革命</a:t>
            </a:r>
            <a:endParaRPr lang="en-US" sz="4000" b="1" i="0" u="none" strike="noStrike" kern="0">
              <a:solidFill>
                <a:srgbClr val="F5F0E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711200" y="2514600"/>
            <a:ext cx="711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rgbClr val="C4A96B">
                    <a:alpha val="90196"/>
                  </a:srgb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SHAANXI BEFORE THE REVOLUTION</a:t>
            </a:r>
            <a:endParaRPr lang="en-US" sz="1200" b="0" i="0" u="none" strike="noStrike" kern="0">
              <a:solidFill>
                <a:srgbClr val="C4A96B">
                  <a:alpha val="90196"/>
                </a:srgbClr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711200" y="32004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0" i="0" u="none" strike="noStrike" kern="0">
                <a:solidFill>
                  <a:srgbClr val="C4A9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1928—1930</a:t>
            </a:r>
            <a:endParaRPr lang="en-US" sz="2600" b="0" i="0" u="none" strike="noStrike" kern="0">
              <a:solidFill>
                <a:srgbClr val="C4A96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711200" y="3759200"/>
            <a:ext cx="7112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0" i="0" u="none" strike="noStrike" kern="0">
                <a:solidFill>
                  <a:srgbClr val="F5F0E8">
                    <a:alpha val="9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民国十八年年馑：全省饿死两百余万。长安县43万人，死5.2万、逃4.7万；泾阳3400户绝户。</a:t>
            </a:r>
            <a:endParaRPr lang="en-US" sz="1400" b="0" i="0" u="none" strike="noStrike" kern="0">
              <a:solidFill>
                <a:srgbClr val="F5F0E8">
                  <a:alpha val="90196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-4053">
            <a:off x="711204" y="45656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F0E8">
                <a:alpha val="14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 txBox="1"/>
          <p:nvPr/>
        </p:nvSpPr>
        <p:spPr>
          <a:xfrm>
            <a:off x="711200" y="47752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0" i="0" u="none" strike="noStrike" kern="0">
                <a:solidFill>
                  <a:srgbClr val="C4A9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1928.5</a:t>
            </a:r>
            <a:endParaRPr lang="en-US" sz="2600" b="0" i="0" u="none" strike="noStrike" kern="0">
              <a:solidFill>
                <a:srgbClr val="C4A96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711200" y="5334000"/>
            <a:ext cx="8890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0" i="0" u="none" strike="noStrike" kern="0">
                <a:solidFill>
                  <a:srgbClr val="F5F0E8">
                    <a:alpha val="9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渭华起义：刘志丹、谢子长领导，西北规模最大的武装起义，最终失败——城市与平原难以立足。</a:t>
            </a:r>
            <a:endParaRPr lang="en-US" sz="1400" b="0" i="0" u="none" strike="noStrike" kern="0">
              <a:solidFill>
                <a:srgbClr val="F5F0E8">
                  <a:alpha val="90196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3" name="Connector 13"/>
          <p:cNvCxnSpPr/>
          <p:nvPr/>
        </p:nvCxnSpPr>
        <p:spPr>
          <a:xfrm rot="-4053">
            <a:off x="711204" y="61404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F0E8">
                <a:alpha val="14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 txBox="1"/>
          <p:nvPr/>
        </p:nvSpPr>
        <p:spPr>
          <a:xfrm>
            <a:off x="711200" y="6299200"/>
            <a:ext cx="107696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100" b="0" i="0" u="none" strike="noStrike" kern="0">
                <a:solidFill>
                  <a:srgbClr val="C4A9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革命，转向山区。照金，正等着这支队伍。</a:t>
            </a:r>
            <a:endParaRPr lang="en-US" sz="2100" b="0" i="0" u="none" strike="noStrike" kern="0">
              <a:solidFill>
                <a:srgbClr val="C4A96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11200" y="4572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 kern="0">
                <a:solidFill>
                  <a:srgbClr val="2A2A2A">
                    <a:alpha val="72157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照金与照金精神</a:t>
            </a:r>
            <a:endParaRPr lang="en-US" sz="1100" b="0" i="0" u="none" strike="noStrike" kern="0">
              <a:solidFill>
                <a:srgbClr val="2A2A2A">
                  <a:alpha val="72157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10871200" y="457200"/>
            <a:ext cx="609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 kern="0">
                <a:solidFill>
                  <a:srgbClr val="2A2A2A">
                    <a:alpha val="72157"/>
                  </a:srgb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04</a:t>
            </a:r>
            <a:endParaRPr lang="en-US" sz="1100" b="0" i="0" u="none" strike="noStrike" kern="0">
              <a:solidFill>
                <a:srgbClr val="2A2A2A">
                  <a:alpha val="72157"/>
                </a:srgbClr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4" name="Connector 4"/>
          <p:cNvCxnSpPr/>
          <p:nvPr/>
        </p:nvCxnSpPr>
        <p:spPr>
          <a:xfrm rot="-4053">
            <a:off x="711204" y="908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A2A2A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711200" y="1270000"/>
            <a:ext cx="533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8C3A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● 第三章 · 一方苏区的诞生</a:t>
            </a:r>
            <a:endParaRPr lang="en-US" sz="1300" b="0" i="0" u="none" strike="noStrike" kern="0">
              <a:solidFill>
                <a:srgbClr val="8C3A2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711200" y="16764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i="0" u="none" strike="noStrike" kern="0">
                <a:solidFill>
                  <a:srgbClr val="2A2A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从两百人枪，到一方苏区</a:t>
            </a:r>
            <a:endParaRPr lang="en-US" sz="4000" b="1" i="0" u="none" strike="noStrike" kern="0">
              <a:solidFill>
                <a:srgbClr val="2A2A2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711200" y="2514600"/>
            <a:ext cx="812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rgbClr val="8C3A2B">
                    <a:alpha val="85098"/>
                  </a:srgb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FROM TWO HUNDRED RIFLES TO A SOVIET REGION</a:t>
            </a:r>
            <a:endParaRPr lang="en-US" sz="1200" b="0" i="0" u="none" strike="noStrike" kern="0">
              <a:solidFill>
                <a:srgbClr val="8C3A2B">
                  <a:alpha val="85098"/>
                </a:srgbClr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711200" y="3048000"/>
            <a:ext cx="101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000" b="0" i="0" u="none" strike="noStrike" kern="0">
                <a:solidFill>
                  <a:srgbClr val="9669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01</a:t>
            </a:r>
            <a:endParaRPr lang="en-US" sz="3000" b="0" i="0" u="none" strike="noStrike" kern="0">
              <a:solidFill>
                <a:srgbClr val="96693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1981200" y="30988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8C3A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1932.12.24 · 转角镇</a:t>
            </a:r>
            <a:endParaRPr lang="en-US" sz="1500" b="1" i="0" u="none" strike="noStrike" kern="0">
              <a:solidFill>
                <a:srgbClr val="8C3A2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1981200" y="3505200"/>
            <a:ext cx="94996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0" i="0" u="none" strike="noStrike" kern="0">
                <a:solidFill>
                  <a:srgbClr val="2A2A2A">
                    <a:alpha val="9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红二十六军二团成立——200余人、枪150余支、军马60余匹；团长王世泰，刘志丹任政治处处长。</a:t>
            </a:r>
            <a:endParaRPr lang="en-US" sz="1400" b="0" i="0" u="none" strike="noStrike" kern="0">
              <a:solidFill>
                <a:srgbClr val="2A2A2A">
                  <a:alpha val="90196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1" name="AutoShape 11"/>
          <p:cNvSpPr txBox="1"/>
          <p:nvPr/>
        </p:nvSpPr>
        <p:spPr>
          <a:xfrm>
            <a:off x="711200" y="4267200"/>
            <a:ext cx="101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000" b="0" i="0" u="none" strike="noStrike" kern="0">
                <a:solidFill>
                  <a:srgbClr val="9669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02</a:t>
            </a:r>
            <a:endParaRPr lang="en-US" sz="3000" b="0" i="0" u="none" strike="noStrike" kern="0">
              <a:solidFill>
                <a:srgbClr val="96693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1981200" y="43180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8C3A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1933.3.8 · 兔儿梁</a:t>
            </a:r>
            <a:endParaRPr lang="en-US" sz="1500" b="1" i="0" u="none" strike="noStrike" kern="0">
              <a:solidFill>
                <a:srgbClr val="8C3A2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3" name="AutoShape 13"/>
          <p:cNvSpPr txBox="1"/>
          <p:nvPr/>
        </p:nvSpPr>
        <p:spPr>
          <a:xfrm>
            <a:off x="1981200" y="4724400"/>
            <a:ext cx="94996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0" i="0" u="none" strike="noStrike" kern="0">
                <a:solidFill>
                  <a:srgbClr val="2A2A2A">
                    <a:alpha val="9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陕甘边区特委成立；19岁的习仲勋，已在这里做了数月群众工作。</a:t>
            </a:r>
            <a:endParaRPr lang="en-US" sz="1400" b="0" i="0" u="none" strike="noStrike" kern="0">
              <a:solidFill>
                <a:srgbClr val="2A2A2A">
                  <a:alpha val="90196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711200" y="5486400"/>
            <a:ext cx="101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000" b="0" i="0" u="none" strike="noStrike" kern="0">
                <a:solidFill>
                  <a:srgbClr val="9669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03</a:t>
            </a:r>
            <a:endParaRPr lang="en-US" sz="3000" b="0" i="0" u="none" strike="noStrike" kern="0">
              <a:solidFill>
                <a:srgbClr val="96693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5" name="AutoShape 15"/>
          <p:cNvSpPr txBox="1"/>
          <p:nvPr/>
        </p:nvSpPr>
        <p:spPr>
          <a:xfrm>
            <a:off x="1981200" y="55372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8C3A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1933.4.5 · 工农兵代表大会</a:t>
            </a:r>
            <a:endParaRPr lang="en-US" sz="1500" b="1" i="0" u="none" strike="noStrike" kern="0">
              <a:solidFill>
                <a:srgbClr val="8C3A2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6" name="AutoShape 16"/>
          <p:cNvSpPr txBox="1"/>
          <p:nvPr/>
        </p:nvSpPr>
        <p:spPr>
          <a:xfrm>
            <a:off x="1981200" y="5943600"/>
            <a:ext cx="94996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0" i="0" u="none" strike="noStrike" kern="0">
                <a:solidFill>
                  <a:srgbClr val="2A2A2A">
                    <a:alpha val="9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边区革命委员会成立，农民代表周冬至当选主席——党、军、政三套架子齐备，苏区成形。</a:t>
            </a:r>
            <a:endParaRPr lang="en-US" sz="1400" b="0" i="0" u="none" strike="noStrike" kern="0">
              <a:solidFill>
                <a:srgbClr val="2A2A2A">
                  <a:alpha val="90196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7" name="AutoShape 17"/>
          <p:cNvSpPr txBox="1"/>
          <p:nvPr/>
        </p:nvSpPr>
        <p:spPr>
          <a:xfrm>
            <a:off x="711200" y="6426200"/>
            <a:ext cx="10769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 kern="0">
                <a:solidFill>
                  <a:srgbClr val="2A2A2A">
                    <a:alpha val="5490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1933年秋，苏区横跨耀县、旬邑、淳化，约2500平方公里。来源：</a:t>
            </a:r>
            <a:r>
              <a:rPr lang="en-US" sz="1100" b="0" i="0" u="none" strike="noStrike" kern="0">
                <a:solidFill>
                  <a:srgbClr val="2A2A2A">
                    <a:alpha val="5490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  <a:hlinkClick r:id="rId1" tooltip="http://dangshi.people.com.cn/n1/2018/1015/c85037-30342446.html"/>
              </a:rPr>
              <a:t>人民网党史频道</a:t>
            </a:r>
            <a:r>
              <a:rPr lang="en-US" sz="1100" b="0" i="0" u="none" strike="noStrike" kern="0">
                <a:solidFill>
                  <a:srgbClr val="2A2A2A">
                    <a:alpha val="5490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· </a:t>
            </a:r>
            <a:r>
              <a:rPr lang="en-US" sz="1100" b="0" i="0" u="none" strike="noStrike" kern="0">
                <a:solidFill>
                  <a:srgbClr val="2A2A2A">
                    <a:alpha val="5490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  <a:hlinkClick r:id="rId2" tooltip="http://dangshi.people.com.cn/n1/2021/0407/c436975-32071405.html"/>
              </a:rPr>
              <a:t>人民网党史频道</a:t>
            </a:r>
            <a:endParaRPr lang="en-US" sz="1100" b="0" i="0" u="none" strike="noStrike" kern="0">
              <a:solidFill>
                <a:srgbClr val="2A2A2A">
                  <a:alpha val="54902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  <a:hlinkClick r:id="rId2" tooltip="http://dangshi.people.com.cn/n1/2021/0407/c436975-32071405.htm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1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12" b="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E1B18">
                  <a:alpha val="94000"/>
                </a:srgbClr>
              </a:gs>
              <a:gs pos="52000">
                <a:srgbClr val="1E1B18">
                  <a:alpha val="72000"/>
                </a:srgbClr>
              </a:gs>
              <a:gs pos="100000">
                <a:srgbClr val="1E1B18">
                  <a:alpha val="3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711200" y="4572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 kern="0">
                <a:solidFill>
                  <a:srgbClr val="F5F0E8">
                    <a:alpha val="7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照金与照金精神</a:t>
            </a:r>
            <a:endParaRPr lang="en-US" sz="1100" b="0" i="0" u="none" strike="noStrike" kern="0">
              <a:solidFill>
                <a:srgbClr val="F5F0E8">
                  <a:alpha val="70196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10871200" y="457200"/>
            <a:ext cx="609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 kern="0">
                <a:solidFill>
                  <a:srgbClr val="F5F0E8">
                    <a:alpha val="70196"/>
                  </a:srgb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05</a:t>
            </a:r>
            <a:endParaRPr lang="en-US" sz="1100" b="0" i="0" u="none" strike="noStrike" kern="0">
              <a:solidFill>
                <a:srgbClr val="F5F0E8">
                  <a:alpha val="70196"/>
                </a:srgbClr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6" name="Connector 6"/>
          <p:cNvCxnSpPr/>
          <p:nvPr/>
        </p:nvCxnSpPr>
        <p:spPr>
          <a:xfrm rot="-4053">
            <a:off x="711204" y="908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F0E8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 txBox="1"/>
          <p:nvPr/>
        </p:nvSpPr>
        <p:spPr>
          <a:xfrm>
            <a:off x="711200" y="1270000"/>
            <a:ext cx="533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C4A9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● 第四章 · 绝壁上的反“围剿”</a:t>
            </a:r>
            <a:endParaRPr lang="en-US" sz="1300" b="0" i="0" u="none" strike="noStrike" kern="0">
              <a:solidFill>
                <a:srgbClr val="C4A96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711200" y="1676400"/>
            <a:ext cx="787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i="0" u="none" strike="noStrike" kern="0">
                <a:solidFill>
                  <a:srgbClr val="F5F0E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绝壁上的反“围剿”</a:t>
            </a:r>
            <a:endParaRPr lang="en-US" sz="4000" b="1" i="0" u="none" strike="noStrike" kern="0">
              <a:solidFill>
                <a:srgbClr val="F5F0E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711200" y="2514600"/>
            <a:ext cx="711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rgbClr val="C4A96B">
                    <a:alpha val="90196"/>
                  </a:srgb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CLIFF FORTRESS</a:t>
            </a:r>
            <a:endParaRPr lang="en-US" sz="1200" b="0" i="0" u="none" strike="noStrike" kern="0">
              <a:solidFill>
                <a:srgbClr val="C4A96B">
                  <a:alpha val="90196"/>
                </a:srgbClr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711200" y="30988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i="0" u="none" strike="noStrike" kern="0">
                <a:solidFill>
                  <a:srgbClr val="C4A9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薛家寨四寨</a:t>
            </a:r>
            <a:r>
              <a:rPr lang="en-US" sz="1400" b="0" i="0" u="none" strike="noStrike" kern="0">
                <a:solidFill>
                  <a:srgbClr val="F5F0E8">
                    <a:alpha val="92157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　游击队驻地／红军医院与被服厂／修械所（自制“麻辫手榴弹”）／特委指挥部与仓库</a:t>
            </a:r>
            <a:endParaRPr lang="en-US" sz="1400" b="0" i="0" u="none" strike="noStrike" kern="0">
              <a:solidFill>
                <a:srgbClr val="F5F0E8">
                  <a:alpha val="92157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1" name="AutoShape 11"/>
          <p:cNvSpPr txBox="1"/>
          <p:nvPr/>
        </p:nvSpPr>
        <p:spPr>
          <a:xfrm>
            <a:off x="711200" y="40640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i="0" u="none" strike="noStrike" kern="0">
                <a:solidFill>
                  <a:srgbClr val="C4A9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1933.4</a:t>
            </a:r>
            <a:r>
              <a:rPr lang="en-US" sz="1400" b="0" i="0" u="none" strike="noStrike" kern="0">
                <a:solidFill>
                  <a:srgbClr val="F5F0E8">
                    <a:alpha val="92157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　四个正规团加六县民团分四路围攻——内线周旋、外线机动，6月中旬打破围攻</a:t>
            </a:r>
            <a:endParaRPr lang="en-US" sz="1400" b="0" i="0" u="none" strike="noStrike" kern="0">
              <a:solidFill>
                <a:srgbClr val="F5F0E8">
                  <a:alpha val="92157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711200" y="50292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i="0" u="none" strike="noStrike" kern="0">
                <a:solidFill>
                  <a:srgbClr val="C4A9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1933.9</a:t>
            </a:r>
            <a:r>
              <a:rPr lang="en-US" sz="1400" b="0" i="0" u="none" strike="noStrike" kern="0">
                <a:solidFill>
                  <a:srgbClr val="F5F0E8">
                    <a:alpha val="92157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　千余民团直扑薛家寨——工人、妇女也上阵；李妙斋率主力增援取胜，却牺牲在阵前</a:t>
            </a:r>
            <a:endParaRPr lang="en-US" sz="1400" b="0" i="0" u="none" strike="noStrike" kern="0">
              <a:solidFill>
                <a:srgbClr val="F5F0E8">
                  <a:alpha val="92157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3" name="Connector 13"/>
          <p:cNvCxnSpPr/>
          <p:nvPr/>
        </p:nvCxnSpPr>
        <p:spPr>
          <a:xfrm rot="-4053">
            <a:off x="711204" y="60388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F0E8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 txBox="1"/>
          <p:nvPr/>
        </p:nvSpPr>
        <p:spPr>
          <a:xfrm>
            <a:off x="711200" y="6197600"/>
            <a:ext cx="107696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100" b="0" i="0" u="none" strike="noStrike" kern="0">
                <a:solidFill>
                  <a:srgbClr val="C4A9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薛家寨失守了，但这团火没有灭。</a:t>
            </a:r>
            <a:endParaRPr lang="en-US" sz="2100" b="0" i="0" u="none" strike="noStrike" kern="0">
              <a:solidFill>
                <a:srgbClr val="C4A96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11200" y="4572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 kern="0">
                <a:solidFill>
                  <a:srgbClr val="2A2A2A">
                    <a:alpha val="72157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照金与照金精神</a:t>
            </a:r>
            <a:endParaRPr lang="en-US" sz="1100" b="0" i="0" u="none" strike="noStrike" kern="0">
              <a:solidFill>
                <a:srgbClr val="2A2A2A">
                  <a:alpha val="72157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10871200" y="457200"/>
            <a:ext cx="609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 kern="0">
                <a:solidFill>
                  <a:srgbClr val="2A2A2A">
                    <a:alpha val="72157"/>
                  </a:srgb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06</a:t>
            </a:r>
            <a:endParaRPr lang="en-US" sz="1100" b="0" i="0" u="none" strike="noStrike" kern="0">
              <a:solidFill>
                <a:srgbClr val="2A2A2A">
                  <a:alpha val="72157"/>
                </a:srgbClr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4" name="Connector 4"/>
          <p:cNvCxnSpPr/>
          <p:nvPr/>
        </p:nvCxnSpPr>
        <p:spPr>
          <a:xfrm rot="-4053">
            <a:off x="711204" y="908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A2A2A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711200" y="1270000"/>
            <a:ext cx="533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8C3A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● 第五章 · 三位建立元勋</a:t>
            </a:r>
            <a:endParaRPr lang="en-US" sz="1300" b="0" i="0" u="none" strike="noStrike" kern="0">
              <a:solidFill>
                <a:srgbClr val="8C3A2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711200" y="16764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i="0" u="none" strike="noStrike" kern="0">
                <a:solidFill>
                  <a:srgbClr val="2A2A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他们点燃了这团火</a:t>
            </a:r>
            <a:endParaRPr lang="en-US" sz="4000" b="1" i="0" u="none" strike="noStrike" kern="0">
              <a:solidFill>
                <a:srgbClr val="2A2A2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711200" y="2514600"/>
            <a:ext cx="711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rgbClr val="8C3A2B">
                    <a:alpha val="85098"/>
                  </a:srgb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THREE WHO LIT THE FIRE</a:t>
            </a:r>
            <a:endParaRPr lang="en-US" sz="1200" b="0" i="0" u="none" strike="noStrike" kern="0">
              <a:solidFill>
                <a:srgbClr val="8C3A2B">
                  <a:alpha val="85098"/>
                </a:srgbClr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711200" y="31496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i="0" u="none" strike="noStrike" kern="0">
                <a:solidFill>
                  <a:srgbClr val="8C3A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刘志丹</a:t>
            </a:r>
            <a:endParaRPr lang="en-US" sz="2700" b="1" i="0" u="none" strike="noStrike" kern="0">
              <a:solidFill>
                <a:srgbClr val="8C3A2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711200" y="3708400"/>
            <a:ext cx="330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9669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1903 — 1936</a:t>
            </a:r>
            <a:endParaRPr lang="en-US" sz="1300" b="0" i="0" u="none" strike="noStrike" kern="0">
              <a:solidFill>
                <a:srgbClr val="96693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711200" y="4140200"/>
            <a:ext cx="33274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2A2A2A">
                    <a:alpha val="87843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黄埔出身，渭华起义领导人。1936年4月东征前线牺牲，年仅33岁。</a:t>
            </a:r>
            <a:endParaRPr lang="en-US" sz="1300" b="0" i="0" u="none" strike="noStrike" kern="0">
              <a:solidFill>
                <a:srgbClr val="2A2A2A">
                  <a:alpha val="87843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1" name="AutoShape 11"/>
          <p:cNvSpPr txBox="1"/>
          <p:nvPr/>
        </p:nvSpPr>
        <p:spPr>
          <a:xfrm>
            <a:off x="711200" y="5283200"/>
            <a:ext cx="33274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8C3A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毛泽东题词：“群众领袖，民族英雄”。</a:t>
            </a:r>
            <a:endParaRPr lang="en-US" sz="1300" b="0" i="0" u="none" strike="noStrike" kern="0">
              <a:solidFill>
                <a:srgbClr val="8C3A2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2" name="Connector 12"/>
          <p:cNvCxnSpPr/>
          <p:nvPr/>
        </p:nvCxnSpPr>
        <p:spPr>
          <a:xfrm rot="5384653">
            <a:off x="2895600" y="4565664"/>
            <a:ext cx="284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A2A2A">
                <a:alpha val="14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 txBox="1"/>
          <p:nvPr/>
        </p:nvSpPr>
        <p:spPr>
          <a:xfrm>
            <a:off x="4648200" y="31496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i="0" u="none" strike="noStrike" kern="0">
                <a:solidFill>
                  <a:srgbClr val="8C3A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谢子长</a:t>
            </a:r>
            <a:endParaRPr lang="en-US" sz="2700" b="1" i="0" u="none" strike="noStrike" kern="0">
              <a:solidFill>
                <a:srgbClr val="8C3A2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4648200" y="3708400"/>
            <a:ext cx="330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9669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1897 — 1935</a:t>
            </a:r>
            <a:endParaRPr lang="en-US" sz="1300" b="0" i="0" u="none" strike="noStrike" kern="0">
              <a:solidFill>
                <a:srgbClr val="96693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5" name="AutoShape 15"/>
          <p:cNvSpPr txBox="1"/>
          <p:nvPr/>
        </p:nvSpPr>
        <p:spPr>
          <a:xfrm>
            <a:off x="4648200" y="4140200"/>
            <a:ext cx="33274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2A2A2A">
                    <a:alpha val="87843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陕北红军创始人之一，人称“谢青天”。1935年2月病逝，年仅38岁。</a:t>
            </a:r>
            <a:endParaRPr lang="en-US" sz="1300" b="0" i="0" u="none" strike="noStrike" kern="0">
              <a:solidFill>
                <a:srgbClr val="2A2A2A">
                  <a:alpha val="87843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6" name="AutoShape 16"/>
          <p:cNvSpPr txBox="1"/>
          <p:nvPr/>
        </p:nvSpPr>
        <p:spPr>
          <a:xfrm>
            <a:off x="4648200" y="5283200"/>
            <a:ext cx="33274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8C3A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遗言：“只可惜，我给他们做得事太少了”。</a:t>
            </a:r>
            <a:endParaRPr lang="en-US" sz="1300" b="0" i="0" u="none" strike="noStrike" kern="0">
              <a:solidFill>
                <a:srgbClr val="8C3A2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5384653">
            <a:off x="6832600" y="4565664"/>
            <a:ext cx="284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A2A2A">
                <a:alpha val="14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8585200" y="31496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i="0" u="none" strike="noStrike" kern="0">
                <a:solidFill>
                  <a:srgbClr val="8C3A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习仲勋</a:t>
            </a:r>
            <a:endParaRPr lang="en-US" sz="2700" b="1" i="0" u="none" strike="noStrike" kern="0">
              <a:solidFill>
                <a:srgbClr val="8C3A2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9" name="AutoShape 19"/>
          <p:cNvSpPr txBox="1"/>
          <p:nvPr/>
        </p:nvSpPr>
        <p:spPr>
          <a:xfrm>
            <a:off x="8585200" y="3708400"/>
            <a:ext cx="330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9669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1913 — 2002</a:t>
            </a:r>
            <a:endParaRPr lang="en-US" sz="1300" b="0" i="0" u="none" strike="noStrike" kern="0">
              <a:solidFill>
                <a:srgbClr val="96693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0" name="AutoShape 20"/>
          <p:cNvSpPr txBox="1"/>
          <p:nvPr/>
        </p:nvSpPr>
        <p:spPr>
          <a:xfrm>
            <a:off x="8585200" y="4140200"/>
            <a:ext cx="33274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2A2A2A">
                    <a:alpha val="87843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21岁当选陕甘边区苏维埃政府主席，人称“娃娃主席”。</a:t>
            </a:r>
            <a:endParaRPr lang="en-US" sz="1300" b="0" i="0" u="none" strike="noStrike" kern="0">
              <a:solidFill>
                <a:srgbClr val="2A2A2A">
                  <a:alpha val="87843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21" name="AutoShape 21"/>
          <p:cNvSpPr txBox="1"/>
          <p:nvPr/>
        </p:nvSpPr>
        <p:spPr>
          <a:xfrm>
            <a:off x="8585200" y="5283200"/>
            <a:ext cx="33274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8C3A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毛泽东赞他：“一个从群众中走出来的群众领袖”。</a:t>
            </a:r>
            <a:endParaRPr lang="en-US" sz="1300" b="0" i="0" u="none" strike="noStrike" kern="0">
              <a:solidFill>
                <a:srgbClr val="8C3A2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22" name="Connector 22"/>
          <p:cNvCxnSpPr/>
          <p:nvPr/>
        </p:nvCxnSpPr>
        <p:spPr>
          <a:xfrm rot="-4053">
            <a:off x="711204" y="61404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A2A2A">
                <a:alpha val="14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 txBox="1"/>
          <p:nvPr/>
        </p:nvSpPr>
        <p:spPr>
          <a:xfrm>
            <a:off x="711200" y="6299200"/>
            <a:ext cx="107696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0" i="0" u="none" strike="noStrike" kern="0">
                <a:solidFill>
                  <a:srgbClr val="8C3A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有的人牺牲在黎明前，但他们点燃的火，照亮了后来的人。</a:t>
            </a:r>
            <a:endParaRPr lang="en-US" sz="2000" b="0" i="0" u="none" strike="noStrike" kern="0">
              <a:solidFill>
                <a:srgbClr val="8C3A2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1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12" b="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E1B18">
              <a:alpha val="4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11200" y="609600"/>
            <a:ext cx="127000" cy="127000"/>
          </a:xfrm>
          <a:prstGeom prst="roundRect">
            <a:avLst>
              <a:gd name="adj" fmla="val 0"/>
            </a:avLst>
          </a:prstGeom>
          <a:solidFill>
            <a:srgbClr val="C4A9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1353800" y="609600"/>
            <a:ext cx="127000" cy="127000"/>
          </a:xfrm>
          <a:prstGeom prst="roundRect">
            <a:avLst>
              <a:gd name="adj" fmla="val 0"/>
            </a:avLst>
          </a:prstGeom>
          <a:solidFill>
            <a:srgbClr val="C4A9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11200" y="6121400"/>
            <a:ext cx="127000" cy="127000"/>
          </a:xfrm>
          <a:prstGeom prst="roundRect">
            <a:avLst>
              <a:gd name="adj" fmla="val 0"/>
            </a:avLst>
          </a:prstGeom>
          <a:solidFill>
            <a:srgbClr val="C4A9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1353800" y="6121400"/>
            <a:ext cx="127000" cy="127000"/>
          </a:xfrm>
          <a:prstGeom prst="roundRect">
            <a:avLst>
              <a:gd name="adj" fmla="val 0"/>
            </a:avLst>
          </a:prstGeom>
          <a:solidFill>
            <a:srgbClr val="C4A9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711200" y="7620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C4A9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尾声 · EPILOGUE</a:t>
            </a:r>
            <a:endParaRPr lang="en-US" sz="1300" b="0" i="0" u="none" strike="noStrike" kern="0">
              <a:solidFill>
                <a:srgbClr val="C4A96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2159000" y="1905000"/>
            <a:ext cx="787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F5F0E8">
                    <a:alpha val="9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2015年2月14日，习近平总书记考察照金，走进照金北梁红军小学。</a:t>
            </a:r>
            <a:endParaRPr lang="en-US" sz="11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 u="none" strike="noStrike" kern="0">
                <a:solidFill>
                  <a:srgbClr val="F5F0E8">
                    <a:alpha val="9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2018年5月30日，他给孩子们回信：“用实际行动把红色基因一代代传下去”。</a:t>
            </a:r>
            <a:endParaRPr lang="en-US" sz="1600" b="0" i="0" u="none" strike="noStrike" kern="0">
              <a:solidFill>
                <a:srgbClr val="F5F0E8">
                  <a:alpha val="90196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1524000" y="3327400"/>
            <a:ext cx="914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i="0" u="none" strike="noStrike" kern="0">
                <a:solidFill>
                  <a:srgbClr val="F5F0E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煤会烧完，城市会安静下来——</a:t>
            </a:r>
            <a:endParaRPr lang="en-US" sz="11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i="0" u="none" strike="noStrike" kern="0">
                <a:solidFill>
                  <a:srgbClr val="F5F0E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但照金这团火，九十多年了，还在烧，还在传。</a:t>
            </a:r>
            <a:endParaRPr lang="en-US" sz="3200" b="1" i="0" u="none" strike="noStrike" kern="0">
              <a:solidFill>
                <a:srgbClr val="F5F0E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1" name="Connector 11"/>
          <p:cNvCxnSpPr/>
          <p:nvPr/>
        </p:nvCxnSpPr>
        <p:spPr>
          <a:xfrm rot="-42969">
            <a:off x="5588040" y="52260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4A96B">
                <a:alpha val="8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 txBox="1"/>
          <p:nvPr/>
        </p:nvSpPr>
        <p:spPr>
          <a:xfrm>
            <a:off x="3302000" y="5511800"/>
            <a:ext cx="558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0" i="0" u="none" strike="noStrike" kern="0">
                <a:solidFill>
                  <a:srgbClr val="C4A9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红色基因 · 代代相传</a:t>
            </a:r>
            <a:endParaRPr lang="en-US" sz="1500" b="0" i="0" u="none" strike="noStrike" kern="0">
              <a:solidFill>
                <a:srgbClr val="C4A96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1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12" b="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E1B18">
                  <a:alpha val="90000"/>
                </a:srgbClr>
              </a:gs>
              <a:gs pos="45000">
                <a:srgbClr val="1E1B18">
                  <a:alpha val="62000"/>
                </a:srgbClr>
              </a:gs>
              <a:gs pos="100000">
                <a:srgbClr val="1E1B18">
                  <a:alpha val="12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711200" y="4572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 kern="0">
                <a:solidFill>
                  <a:srgbClr val="F5F0E8">
                    <a:alpha val="7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照金与照金精神</a:t>
            </a:r>
            <a:endParaRPr lang="en-US" sz="1100" b="0" i="0" u="none" strike="noStrike" kern="0">
              <a:solidFill>
                <a:srgbClr val="F5F0E8">
                  <a:alpha val="70196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10871200" y="457200"/>
            <a:ext cx="609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 kern="0">
                <a:solidFill>
                  <a:srgbClr val="F5F0E8">
                    <a:alpha val="70196"/>
                  </a:srgb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08</a:t>
            </a:r>
            <a:endParaRPr lang="en-US" sz="1100" b="0" i="0" u="none" strike="noStrike" kern="0">
              <a:solidFill>
                <a:srgbClr val="F5F0E8">
                  <a:alpha val="70196"/>
                </a:srgbClr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6" name="Connector 6"/>
          <p:cNvCxnSpPr/>
          <p:nvPr/>
        </p:nvCxnSpPr>
        <p:spPr>
          <a:xfrm rot="-4053">
            <a:off x="711204" y="908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F0E8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 txBox="1"/>
          <p:nvPr/>
        </p:nvSpPr>
        <p:spPr>
          <a:xfrm>
            <a:off x="711200" y="1270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C4A9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舞台表演</a:t>
            </a:r>
            <a:endParaRPr lang="en-US" sz="1300" b="0" i="0" u="none" strike="noStrike" kern="0">
              <a:solidFill>
                <a:srgbClr val="C4A96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711200" y="1727200"/>
            <a:ext cx="533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6400" b="1" dirty="0">
                <a:solidFill>
                  <a:schemeClr val="lt1"/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  <a:sym typeface="+mn-ea"/>
              </a:rPr>
              <a:t>亲历——南泥湾精神</a:t>
            </a:r>
            <a:endParaRPr lang="en-US" sz="6400" b="1" i="0" u="none" strike="noStrike" kern="0">
              <a:solidFill>
                <a:srgbClr val="F5F0E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711200" y="2946400"/>
            <a:ext cx="533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rgbClr val="C4A96B">
                    <a:alpha val="90196"/>
                  </a:srgb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SELF-RELIANCE · HARD WORK</a:t>
            </a:r>
            <a:endParaRPr lang="en-US" sz="1200" b="0" i="0" u="none" strike="noStrike" kern="0">
              <a:solidFill>
                <a:srgbClr val="C4A96B">
                  <a:alpha val="90196"/>
                </a:srgbClr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711200" y="3530600"/>
            <a:ext cx="533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0" i="0" u="none" strike="noStrike" kern="0">
                <a:solidFill>
                  <a:srgbClr val="C4A9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自己动手 · 丰衣足食</a:t>
            </a:r>
            <a:endParaRPr lang="en-US" sz="2600" b="0" i="0" u="none" strike="noStrike" kern="0">
              <a:solidFill>
                <a:srgbClr val="C4A96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1" name="AutoShape 11"/>
          <p:cNvSpPr txBox="1"/>
          <p:nvPr/>
        </p:nvSpPr>
        <p:spPr>
          <a:xfrm>
            <a:off x="711200" y="4368800"/>
            <a:ext cx="546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0" i="0" u="none" strike="noStrike" kern="0">
                <a:solidFill>
                  <a:srgbClr val="F5F0E8">
                    <a:alpha val="92157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1941年，359旅开进南泥湾。镢头开荒，三年把烂泥湾，变成了“陕北的好江南”。</a:t>
            </a:r>
            <a:endParaRPr lang="en-US" sz="1400" b="0" i="0" u="none" strike="noStrike" kern="0">
              <a:solidFill>
                <a:srgbClr val="F5F0E8">
                  <a:alpha val="92157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711200" y="5308600"/>
            <a:ext cx="546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800" b="0" i="0" u="none" strike="noStrike" kern="0">
              <a:solidFill>
                <a:srgbClr val="F5F0E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3" name="Connector 13"/>
          <p:cNvCxnSpPr/>
          <p:nvPr/>
        </p:nvCxnSpPr>
        <p:spPr>
          <a:xfrm rot="-4053">
            <a:off x="711204" y="60388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F0E8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 txBox="1"/>
          <p:nvPr/>
        </p:nvSpPr>
        <p:spPr>
          <a:xfrm>
            <a:off x="711200" y="62230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0" i="0" u="none" strike="noStrike" kern="0">
                <a:solidFill>
                  <a:srgbClr val="C4A9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荒山变良田，靠的是两只手。</a:t>
            </a:r>
            <a:endParaRPr lang="en-US" sz="1400" b="0" i="0" u="none" strike="noStrike" kern="0">
              <a:solidFill>
                <a:srgbClr val="C4A96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7" name="内容占位符 6" descr="屏幕截图 2026-10-09 000501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254865" cy="68973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6666" r="16666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0" y="0"/>
            <a:ext cx="76200" cy="68580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889000" y="1397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0" i="0" u="none" strike="noStrike" kern="0">
                <a:solidFill>
                  <a:srgbClr val="B28A4E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YAN'AN SPIRIT · KNOWLEDGE QUIZ</a:t>
            </a:r>
            <a:endParaRPr lang="en-US" sz="1400" b="0" i="0" u="none" strike="noStrike" kern="0">
              <a:solidFill>
                <a:srgbClr val="B28A4E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42969">
            <a:off x="889040" y="1962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8C1E2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 txBox="1"/>
          <p:nvPr/>
        </p:nvSpPr>
        <p:spPr>
          <a:xfrm>
            <a:off x="635000" y="2534920"/>
            <a:ext cx="5080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6000">
                <a:latin typeface="汉仪黑方W" panose="00020600040101010101" charset="-122"/>
                <a:sym typeface="+mn-ea"/>
              </a:rPr>
              <a:t>明理</a:t>
            </a:r>
            <a:endParaRPr sz="6000">
              <a:latin typeface="汉仪黑方W" panose="00020600040101010101" charset="-122"/>
              <a:sym typeface="+mn-ea"/>
            </a:endParaRPr>
          </a:p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0">
                <a:latin typeface="汉仪黑方W" panose="00020600040101010101" charset="-122"/>
                <a:sym typeface="+mn-ea"/>
              </a:rPr>
              <a:t> </a:t>
            </a:r>
            <a:r>
              <a:rPr sz="6000">
                <a:latin typeface="汉仪黑方W" panose="00020600040101010101" charset="-122"/>
                <a:sym typeface="+mn-ea"/>
              </a:rPr>
              <a:t>——延安精神</a:t>
            </a:r>
            <a:endParaRPr lang="zh-CN" altLang="en-US" sz="6000">
              <a:solidFill>
                <a:schemeClr val="lt1"/>
              </a:solidFill>
            </a:endParaRPr>
          </a:p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6000" b="1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889000" y="4699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i="0" u="none" strike="noStrike" kern="0">
                <a:solidFill>
                  <a:srgbClr val="50464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传承红色基因 · 汲取奋进力量</a:t>
            </a:r>
            <a:endParaRPr lang="en-US" sz="1800" b="0" i="0" u="none" strike="noStrike" kern="0">
              <a:solidFill>
                <a:srgbClr val="504641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6350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B28A4E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CORE CONNOTATION</a:t>
            </a:r>
            <a:endParaRPr lang="en-US" sz="1300" b="0" i="0" u="none" strike="noStrike" kern="0">
              <a:solidFill>
                <a:srgbClr val="B28A4E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863600" y="990600"/>
            <a:ext cx="7620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4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什么是延安精神？</a:t>
            </a:r>
            <a:endParaRPr lang="en-US" sz="34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4" name="Connector 4"/>
          <p:cNvCxnSpPr/>
          <p:nvPr/>
        </p:nvCxnSpPr>
        <p:spPr>
          <a:xfrm rot="-4192">
            <a:off x="889004" y="1898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889000" y="2349500"/>
            <a:ext cx="50800" cy="4318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1117600" y="2324100"/>
            <a:ext cx="5334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900" b="1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坚定正确的政治方向</a:t>
            </a:r>
            <a:endParaRPr lang="en-US" sz="1900" b="1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1117600" y="2819400"/>
            <a:ext cx="546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5A504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延安精神的灵魂，理想信念是精神之"钙"</a:t>
            </a:r>
            <a:endParaRPr lang="en-US" sz="1300" b="0" i="0" u="none" strike="noStrike" kern="0">
              <a:solidFill>
                <a:srgbClr val="5A504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89000" y="3403600"/>
            <a:ext cx="50800" cy="4318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1117600" y="3378200"/>
            <a:ext cx="5461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900" b="1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解放思想、实事求是的思想路线</a:t>
            </a:r>
            <a:endParaRPr lang="en-US" sz="1900" b="1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1117600" y="3873500"/>
            <a:ext cx="546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5A504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延安精神的精髓，理论联系实际</a:t>
            </a:r>
            <a:endParaRPr lang="en-US" sz="1300" b="0" i="0" u="none" strike="noStrike" kern="0">
              <a:solidFill>
                <a:srgbClr val="5A504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89000" y="4457700"/>
            <a:ext cx="50800" cy="4318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1117600" y="4432300"/>
            <a:ext cx="5461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900" b="1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全心全意为人民服务的根本宗旨</a:t>
            </a:r>
            <a:endParaRPr lang="en-US" sz="1900" b="1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3" name="AutoShape 13"/>
          <p:cNvSpPr txBox="1"/>
          <p:nvPr/>
        </p:nvSpPr>
        <p:spPr>
          <a:xfrm>
            <a:off x="1117600" y="4927600"/>
            <a:ext cx="546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5A504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延安精神的本质立场，始终同人民站在一起</a:t>
            </a:r>
            <a:endParaRPr lang="en-US" sz="1300" b="0" i="0" u="none" strike="noStrike" kern="0">
              <a:solidFill>
                <a:srgbClr val="5A504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89000" y="5511800"/>
            <a:ext cx="50800" cy="4318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AutoShape 15"/>
          <p:cNvSpPr txBox="1"/>
          <p:nvPr/>
        </p:nvSpPr>
        <p:spPr>
          <a:xfrm>
            <a:off x="1117600" y="5486400"/>
            <a:ext cx="5461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900" b="1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自力更生、艰苦奋斗的创业精神</a:t>
            </a:r>
            <a:endParaRPr lang="en-US" sz="1900" b="1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6" name="AutoShape 16"/>
          <p:cNvSpPr txBox="1"/>
          <p:nvPr/>
        </p:nvSpPr>
        <p:spPr>
          <a:xfrm>
            <a:off x="1117600" y="5981700"/>
            <a:ext cx="546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5A504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延安精神的显著特征，自己动手、丰衣足食</a:t>
            </a:r>
            <a:endParaRPr lang="en-US" sz="1300" b="0" i="0" u="none" strike="noStrike" kern="0">
              <a:solidFill>
                <a:srgbClr val="5A504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"/>
          <a:srcRect l="13195" r="13195"/>
          <a:stretch>
            <a:fillRect/>
          </a:stretch>
        </p:blipFill>
        <p:spPr>
          <a:xfrm>
            <a:off x="7112000" y="2349500"/>
            <a:ext cx="4191000" cy="381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 txBox="1"/>
          <p:nvPr/>
        </p:nvSpPr>
        <p:spPr>
          <a:xfrm>
            <a:off x="7112000" y="62484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 kern="0">
                <a:solidFill>
                  <a:srgbClr val="8C827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延安杨家岭革命旧址 · 毛泽东同志旧居</a:t>
            </a:r>
            <a:endParaRPr lang="en-US" sz="1100" b="0" i="0" u="none" strike="noStrike" kern="0">
              <a:solidFill>
                <a:srgbClr val="8C827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43435" cy="68675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8890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1143000" y="5842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1 题</a:t>
            </a:r>
            <a:endParaRPr lang="en-US" sz="2600" b="1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2540000" y="711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rgbClr val="968A8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单选题</a:t>
            </a:r>
            <a:endParaRPr lang="en-US" sz="1200" b="0" i="0" u="none" strike="noStrike" kern="0">
              <a:solidFill>
                <a:srgbClr val="968A8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4192">
            <a:off x="889004" y="1365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889000" y="1714500"/>
            <a:ext cx="1041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延安精神的四大内涵中，不包括下列哪一项？</a:t>
            </a:r>
            <a:endParaRPr lang="en-US" sz="22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89000" y="3810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1498600" y="3835400"/>
            <a:ext cx="431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坚定正确的政治方向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3810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B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6832600" y="3835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解放思想、实事求是的思想路线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89000" y="4953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1498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全心全意为人民服务的根本宗旨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4953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D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6" name="AutoShape 16"/>
          <p:cNvSpPr txBox="1"/>
          <p:nvPr/>
        </p:nvSpPr>
        <p:spPr>
          <a:xfrm>
            <a:off x="6832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独立自主、不结盟的外交方针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-4192">
            <a:off x="889004" y="6064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889000" y="6197600"/>
            <a:ext cx="1041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 kern="0">
                <a:solidFill>
                  <a:srgbClr val="A0968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延安精神知识问答</a:t>
            </a:r>
            <a:endParaRPr lang="en-US" sz="1100" b="0" i="0" u="none" strike="noStrike" kern="0">
              <a:solidFill>
                <a:srgbClr val="A0968C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889000" y="5842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ANSWER · 答案解析</a:t>
            </a:r>
            <a:endParaRPr lang="en-US" sz="1300" b="0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889000" y="990600"/>
            <a:ext cx="635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1 题　参考答案</a:t>
            </a:r>
            <a:endParaRPr lang="en-US" sz="26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4192">
            <a:off x="889004" y="1746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889000" y="2286000"/>
            <a:ext cx="177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D</a:t>
            </a:r>
            <a:endParaRPr lang="en-US" sz="8000" b="1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2921000" y="2413000"/>
            <a:ext cx="38100" cy="11430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3238500" y="2413000"/>
            <a:ext cx="635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独立自主、不结盟的外交方针</a:t>
            </a:r>
            <a:endParaRPr lang="en-US" sz="20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889000" y="4064000"/>
            <a:ext cx="1041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解析</a:t>
            </a:r>
            <a:endParaRPr lang="en-US" sz="1400" b="1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889000" y="4470400"/>
            <a:ext cx="1041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463E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前三条加上“自力更生、艰苦奋斗的创业精神”，才是延安精神完整的四大内涵。</a:t>
            </a:r>
            <a:endParaRPr lang="en-US" sz="1600" b="0" i="0" u="none" strike="noStrike" kern="0">
              <a:solidFill>
                <a:srgbClr val="463E3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8890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1143000" y="5842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2 题</a:t>
            </a:r>
            <a:endParaRPr lang="en-US" sz="2600" b="1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2540000" y="711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rgbClr val="968A8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单选题</a:t>
            </a:r>
            <a:endParaRPr lang="en-US" sz="1200" b="0" i="0" u="none" strike="noStrike" kern="0">
              <a:solidFill>
                <a:srgbClr val="968A8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4192">
            <a:off x="889004" y="1365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889000" y="1714500"/>
            <a:ext cx="1041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党中央在延安的 13 年，起止时间是：</a:t>
            </a:r>
            <a:endParaRPr lang="en-US" sz="22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89000" y="3810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1498600" y="3835400"/>
            <a:ext cx="431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1934—1947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3810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B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6832600" y="3835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1935—1948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89000" y="4953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1498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1936—1949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4953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D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6" name="AutoShape 16"/>
          <p:cNvSpPr txBox="1"/>
          <p:nvPr/>
        </p:nvSpPr>
        <p:spPr>
          <a:xfrm>
            <a:off x="6832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1937—1950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-4192">
            <a:off x="889004" y="6064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889000" y="6197600"/>
            <a:ext cx="1041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 kern="0">
                <a:solidFill>
                  <a:srgbClr val="A0968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延安精神知识问答</a:t>
            </a:r>
            <a:endParaRPr lang="en-US" sz="1100" b="0" i="0" u="none" strike="noStrike" kern="0">
              <a:solidFill>
                <a:srgbClr val="A0968C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889000" y="5842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ANSWER · 答案解析</a:t>
            </a:r>
            <a:endParaRPr lang="en-US" sz="1300" b="0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889000" y="990600"/>
            <a:ext cx="635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2 题　参考答案</a:t>
            </a:r>
            <a:endParaRPr lang="en-US" sz="26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4192">
            <a:off x="889004" y="1746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889000" y="2286000"/>
            <a:ext cx="177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B</a:t>
            </a:r>
            <a:endParaRPr lang="en-US" sz="8000" b="1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2921000" y="2413000"/>
            <a:ext cx="38100" cy="11430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3238500" y="2413000"/>
            <a:ext cx="635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1935—1948</a:t>
            </a:r>
            <a:endParaRPr lang="en-US" sz="20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889000" y="4064000"/>
            <a:ext cx="1041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解析</a:t>
            </a:r>
            <a:endParaRPr lang="en-US" sz="1400" b="1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889000" y="4470400"/>
            <a:ext cx="1041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463E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1935年10月党中央到达陕北，1948年3月东渡黄河离开，在延安历时13年。</a:t>
            </a:r>
            <a:endParaRPr lang="en-US" sz="1600" b="0" i="0" u="none" strike="noStrike" kern="0">
              <a:solidFill>
                <a:srgbClr val="463E3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8890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1143000" y="5842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3 题</a:t>
            </a:r>
            <a:endParaRPr lang="en-US" sz="2600" b="1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2540000" y="711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rgbClr val="968A8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单选题</a:t>
            </a:r>
            <a:endParaRPr lang="en-US" sz="1200" b="0" i="0" u="none" strike="noStrike" kern="0">
              <a:solidFill>
                <a:srgbClr val="968A8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4192">
            <a:off x="889004" y="1365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889000" y="1714500"/>
            <a:ext cx="1041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“马克思主义中国化”这一重大命题，是毛泽东在哪一次会议上创造性提出的？</a:t>
            </a:r>
            <a:endParaRPr lang="en-US" sz="22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89000" y="3810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1498600" y="3835400"/>
            <a:ext cx="431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瓦窑堡会议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3810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B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6832600" y="3835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洛川会议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89000" y="4953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1498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党的六届六中全会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4953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D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6" name="AutoShape 16"/>
          <p:cNvSpPr txBox="1"/>
          <p:nvPr/>
        </p:nvSpPr>
        <p:spPr>
          <a:xfrm>
            <a:off x="6832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党的七大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-4192">
            <a:off x="889004" y="6064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889000" y="6197600"/>
            <a:ext cx="1041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 kern="0">
                <a:solidFill>
                  <a:srgbClr val="A0968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延安精神知识问答</a:t>
            </a:r>
            <a:endParaRPr lang="en-US" sz="1100" b="0" i="0" u="none" strike="noStrike" kern="0">
              <a:solidFill>
                <a:srgbClr val="A0968C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889000" y="5842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ANSWER · 答案解析</a:t>
            </a:r>
            <a:endParaRPr lang="en-US" sz="1300" b="0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889000" y="990600"/>
            <a:ext cx="635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3 题　参考答案</a:t>
            </a:r>
            <a:endParaRPr lang="en-US" sz="26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4192">
            <a:off x="889004" y="1746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889000" y="2286000"/>
            <a:ext cx="177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</a:t>
            </a:r>
            <a:endParaRPr lang="en-US" sz="8000" b="1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2921000" y="2413000"/>
            <a:ext cx="38100" cy="11430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3238500" y="2413000"/>
            <a:ext cx="635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党的六届六中全会</a:t>
            </a:r>
            <a:endParaRPr lang="en-US" sz="20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889000" y="4064000"/>
            <a:ext cx="1041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解析</a:t>
            </a:r>
            <a:endParaRPr lang="en-US" sz="1400" b="1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889000" y="4470400"/>
            <a:ext cx="1041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463E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1938年9—11月在延安桥儿沟召开，毛泽东作《论新阶段》报告，首次提出“马克思主义中国化”。</a:t>
            </a:r>
            <a:endParaRPr lang="en-US" sz="1600" b="0" i="0" u="none" strike="noStrike" kern="0">
              <a:solidFill>
                <a:srgbClr val="463E3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8890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1143000" y="5842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4 题</a:t>
            </a:r>
            <a:endParaRPr lang="en-US" sz="2600" b="1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2540000" y="711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rgbClr val="968A8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单选题</a:t>
            </a:r>
            <a:endParaRPr lang="en-US" sz="1200" b="0" i="0" u="none" strike="noStrike" kern="0">
              <a:solidFill>
                <a:srgbClr val="968A8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4192">
            <a:off x="889004" y="1365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889000" y="1714500"/>
            <a:ext cx="1041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延安整风运动最主要的内容是：</a:t>
            </a:r>
            <a:endParaRPr lang="en-US" sz="22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89000" y="3810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1498600" y="3835400"/>
            <a:ext cx="431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反对主观主义以整顿学风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3810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B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6832600" y="3835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反对宗派主义以整顿党风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89000" y="4953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1498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反对党八股以整顿文风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4953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D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6" name="AutoShape 16"/>
          <p:cNvSpPr txBox="1"/>
          <p:nvPr/>
        </p:nvSpPr>
        <p:spPr>
          <a:xfrm>
            <a:off x="6832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反对自由主义以整顿纪律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-4192">
            <a:off x="889004" y="6064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889000" y="6197600"/>
            <a:ext cx="1041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 kern="0">
                <a:solidFill>
                  <a:srgbClr val="A0968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延安精神知识问答</a:t>
            </a:r>
            <a:endParaRPr lang="en-US" sz="1100" b="0" i="0" u="none" strike="noStrike" kern="0">
              <a:solidFill>
                <a:srgbClr val="A0968C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889000" y="5842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ANSWER · 答案解析</a:t>
            </a:r>
            <a:endParaRPr lang="en-US" sz="1300" b="0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889000" y="990600"/>
            <a:ext cx="635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4 题　参考答案</a:t>
            </a:r>
            <a:endParaRPr lang="en-US" sz="26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4192">
            <a:off x="889004" y="1746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889000" y="2286000"/>
            <a:ext cx="177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</a:t>
            </a:r>
            <a:endParaRPr lang="en-US" sz="8000" b="1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2921000" y="2413000"/>
            <a:ext cx="38100" cy="11430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3238500" y="2413000"/>
            <a:ext cx="635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反对主观主义以整顿学风</a:t>
            </a:r>
            <a:endParaRPr lang="en-US" sz="20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889000" y="4064000"/>
            <a:ext cx="1041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解析</a:t>
            </a:r>
            <a:endParaRPr lang="en-US" sz="1400" b="1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889000" y="4470400"/>
            <a:ext cx="1041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463E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整风三大内容：反主观主义整顿学风、反宗派主义整顿党风、反党八股整顿文风，其中反对主观主义是最主要任务。</a:t>
            </a:r>
            <a:endParaRPr lang="en-US" sz="1600" b="0" i="0" u="none" strike="noStrike" kern="0">
              <a:solidFill>
                <a:srgbClr val="463E3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8890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1143000" y="5842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5 题</a:t>
            </a:r>
            <a:endParaRPr lang="en-US" sz="2600" b="1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2540000" y="711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rgbClr val="968A8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单选题</a:t>
            </a:r>
            <a:endParaRPr lang="en-US" sz="1200" b="0" i="0" u="none" strike="noStrike" kern="0">
              <a:solidFill>
                <a:srgbClr val="968A8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4192">
            <a:off x="889004" y="1365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889000" y="1714500"/>
            <a:ext cx="1041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把毛泽东思想确立为党的指导思想并写入党章的是：</a:t>
            </a:r>
            <a:endParaRPr lang="en-US" sz="22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89000" y="3810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1498600" y="3835400"/>
            <a:ext cx="431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六届六中全会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3810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B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6832600" y="3835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六届七中全会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89000" y="4953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1498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党的七大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4953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D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6" name="AutoShape 16"/>
          <p:cNvSpPr txBox="1"/>
          <p:nvPr/>
        </p:nvSpPr>
        <p:spPr>
          <a:xfrm>
            <a:off x="6832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党的八大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-4192">
            <a:off x="889004" y="6064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889000" y="6197600"/>
            <a:ext cx="1041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 kern="0">
                <a:solidFill>
                  <a:srgbClr val="A0968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延安精神知识问答</a:t>
            </a:r>
            <a:endParaRPr lang="en-US" sz="1100" b="0" i="0" u="none" strike="noStrike" kern="0">
              <a:solidFill>
                <a:srgbClr val="A0968C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889000" y="5842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ANSWER · 答案解析</a:t>
            </a:r>
            <a:endParaRPr lang="en-US" sz="1300" b="0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889000" y="990600"/>
            <a:ext cx="635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5 题　参考答案</a:t>
            </a:r>
            <a:endParaRPr lang="en-US" sz="26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4192">
            <a:off x="889004" y="1746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889000" y="2286000"/>
            <a:ext cx="177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</a:t>
            </a:r>
            <a:endParaRPr lang="en-US" sz="8000" b="1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2921000" y="2413000"/>
            <a:ext cx="38100" cy="11430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3238500" y="2413000"/>
            <a:ext cx="635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党的七大</a:t>
            </a:r>
            <a:endParaRPr lang="en-US" sz="20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889000" y="4064000"/>
            <a:ext cx="1041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解析</a:t>
            </a:r>
            <a:endParaRPr lang="en-US" sz="1400" b="1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889000" y="4470400"/>
            <a:ext cx="685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463E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1945年党的七大将毛泽东思想确立为党的指导思想并写入党章。</a:t>
            </a:r>
            <a:endParaRPr lang="en-US" sz="1600" b="0" i="0" u="none" strike="noStrike" kern="0">
              <a:solidFill>
                <a:srgbClr val="463E3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/>
          <a:srcRect l="470" r="470"/>
          <a:stretch>
            <a:fillRect/>
          </a:stretch>
        </p:blipFill>
        <p:spPr>
          <a:xfrm>
            <a:off x="8128000" y="4191000"/>
            <a:ext cx="3175000" cy="177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8890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1143000" y="5842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6 题</a:t>
            </a:r>
            <a:endParaRPr lang="en-US" sz="2600" b="1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2540000" y="711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rgbClr val="968A8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单选题</a:t>
            </a:r>
            <a:endParaRPr lang="en-US" sz="1200" b="0" i="0" u="none" strike="noStrike" kern="0">
              <a:solidFill>
                <a:srgbClr val="968A8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4192">
            <a:off x="889004" y="1365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889000" y="1714500"/>
            <a:ext cx="1041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1944 年 9 月，毛泽东在张思德同志追悼会上发表的著名讲话是：</a:t>
            </a:r>
            <a:endParaRPr lang="en-US" sz="22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89000" y="3810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1498600" y="3835400"/>
            <a:ext cx="431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《纪念白求恩》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3810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B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6832600" y="3835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《为人民服务》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89000" y="4953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1498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《愚公移山》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4953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D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6" name="AutoShape 16"/>
          <p:cNvSpPr txBox="1"/>
          <p:nvPr/>
        </p:nvSpPr>
        <p:spPr>
          <a:xfrm>
            <a:off x="6832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《论联合政府》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-4192">
            <a:off x="889004" y="6064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889000" y="6197600"/>
            <a:ext cx="1041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 kern="0">
                <a:solidFill>
                  <a:srgbClr val="A0968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延安精神知识问答</a:t>
            </a:r>
            <a:endParaRPr lang="en-US" sz="1100" b="0" i="0" u="none" strike="noStrike" kern="0">
              <a:solidFill>
                <a:srgbClr val="A0968C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889000" y="5842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ANSWER · 答案解析</a:t>
            </a:r>
            <a:endParaRPr lang="en-US" sz="1300" b="0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889000" y="990600"/>
            <a:ext cx="635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6 题　参考答案</a:t>
            </a:r>
            <a:endParaRPr lang="en-US" sz="26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4192">
            <a:off x="889004" y="1746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889000" y="2286000"/>
            <a:ext cx="177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B</a:t>
            </a:r>
            <a:endParaRPr lang="en-US" sz="8000" b="1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2921000" y="2413000"/>
            <a:ext cx="38100" cy="11430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3238500" y="2413000"/>
            <a:ext cx="635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《为人民服务》</a:t>
            </a:r>
            <a:endParaRPr lang="en-US" sz="20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889000" y="4064000"/>
            <a:ext cx="1041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解析</a:t>
            </a:r>
            <a:endParaRPr lang="en-US" sz="1400" b="1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889000" y="4470400"/>
            <a:ext cx="1041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463E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1944年9月8日毛泽东在张思德追悼会上的讲演，是“全心全意为人民服务”根本宗旨的经典表达。</a:t>
            </a:r>
            <a:endParaRPr lang="en-US" sz="1600" b="0" i="0" u="none" strike="noStrike" kern="0">
              <a:solidFill>
                <a:srgbClr val="463E3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8890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1143000" y="5842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7 题</a:t>
            </a:r>
            <a:endParaRPr lang="en-US" sz="2600" b="1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2540000" y="711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rgbClr val="968A8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单选题</a:t>
            </a:r>
            <a:endParaRPr lang="en-US" sz="1200" b="0" i="0" u="none" strike="noStrike" kern="0">
              <a:solidFill>
                <a:srgbClr val="968A8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4192">
            <a:off x="889004" y="1365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889000" y="1714500"/>
            <a:ext cx="1041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下列哪一项不是南泥湾精神的表述？</a:t>
            </a:r>
            <a:endParaRPr lang="en-US" sz="22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89000" y="3810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1498600" y="3835400"/>
            <a:ext cx="431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自力更生、艰苦奋斗的创业精神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3810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B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6832600" y="3835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勇于担当、敢于创造的创新精神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89000" y="4953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1498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同心同德、同甘共苦的精神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4953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D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6" name="AutoShape 16"/>
          <p:cNvSpPr txBox="1"/>
          <p:nvPr/>
        </p:nvSpPr>
        <p:spPr>
          <a:xfrm>
            <a:off x="6832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独立自主、和平共处的外交精神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-4192">
            <a:off x="889004" y="6064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889000" y="6197600"/>
            <a:ext cx="1041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 kern="0">
                <a:solidFill>
                  <a:srgbClr val="A0968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延安精神知识问答</a:t>
            </a:r>
            <a:endParaRPr lang="en-US" sz="1100" b="0" i="0" u="none" strike="noStrike" kern="0">
              <a:solidFill>
                <a:srgbClr val="A0968C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889000" y="5842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ANSWER · 答案解析</a:t>
            </a:r>
            <a:endParaRPr lang="en-US" sz="1300" b="0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889000" y="990600"/>
            <a:ext cx="635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7 题　参考答案</a:t>
            </a:r>
            <a:endParaRPr lang="en-US" sz="26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4192">
            <a:off x="889004" y="1746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889000" y="2286000"/>
            <a:ext cx="177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D</a:t>
            </a:r>
            <a:endParaRPr lang="en-US" sz="8000" b="1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2921000" y="2413000"/>
            <a:ext cx="38100" cy="11430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3238500" y="2413000"/>
            <a:ext cx="635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独立自主、和平共处的外交精神</a:t>
            </a:r>
            <a:endParaRPr lang="en-US" sz="20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889000" y="4064000"/>
            <a:ext cx="1041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解析</a:t>
            </a:r>
            <a:endParaRPr lang="en-US" sz="1400" b="1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889000" y="4470400"/>
            <a:ext cx="685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463E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南泥湾精神是大生产运动中形成的创业精神，与外交无关。</a:t>
            </a:r>
            <a:endParaRPr lang="en-US" sz="1600" b="0" i="0" u="none" strike="noStrike" kern="0">
              <a:solidFill>
                <a:srgbClr val="463E3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/>
          <a:srcRect t="8052" b="8052"/>
          <a:stretch>
            <a:fillRect/>
          </a:stretch>
        </p:blipFill>
        <p:spPr>
          <a:xfrm>
            <a:off x="8128000" y="4191000"/>
            <a:ext cx="3175000" cy="177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8890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1143000" y="5842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8 题</a:t>
            </a:r>
            <a:endParaRPr lang="en-US" sz="2600" b="1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2540000" y="711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rgbClr val="968A8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单选题</a:t>
            </a:r>
            <a:endParaRPr lang="en-US" sz="1200" b="0" i="0" u="none" strike="noStrike" kern="0">
              <a:solidFill>
                <a:srgbClr val="968A8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4192">
            <a:off x="889004" y="1365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889000" y="1714500"/>
            <a:ext cx="1041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1945 年 7 月，黄炎培访问延安提出“历史周期率”之问，毛泽东的回答是：</a:t>
            </a:r>
            <a:endParaRPr lang="en-US" sz="22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89000" y="3810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1498600" y="3835400"/>
            <a:ext cx="431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靠武装斗争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3810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B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6832600" y="3835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靠民主，让人民来监督政府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89000" y="4953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1498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靠发展经济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4953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D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6" name="AutoShape 16"/>
          <p:cNvSpPr txBox="1"/>
          <p:nvPr/>
        </p:nvSpPr>
        <p:spPr>
          <a:xfrm>
            <a:off x="6832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靠加强纪律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-4192">
            <a:off x="889004" y="6064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889000" y="6197600"/>
            <a:ext cx="1041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 kern="0">
                <a:solidFill>
                  <a:srgbClr val="A0968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延安精神知识问答</a:t>
            </a:r>
            <a:endParaRPr lang="en-US" sz="1100" b="0" i="0" u="none" strike="noStrike" kern="0">
              <a:solidFill>
                <a:srgbClr val="A0968C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889000" y="5842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ANSWER · 答案解析</a:t>
            </a:r>
            <a:endParaRPr lang="en-US" sz="1300" b="0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889000" y="990600"/>
            <a:ext cx="635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8 题　参考答案</a:t>
            </a:r>
            <a:endParaRPr lang="en-US" sz="26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4192">
            <a:off x="889004" y="1746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889000" y="2286000"/>
            <a:ext cx="177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B</a:t>
            </a:r>
            <a:endParaRPr lang="en-US" sz="8000" b="1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2921000" y="2413000"/>
            <a:ext cx="38100" cy="11430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3238500" y="2413000"/>
            <a:ext cx="635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靠民主，让人民来监督政府</a:t>
            </a:r>
            <a:endParaRPr lang="en-US" sz="20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889000" y="4064000"/>
            <a:ext cx="1041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解析</a:t>
            </a:r>
            <a:endParaRPr lang="en-US" sz="1400" b="1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889000" y="4470400"/>
            <a:ext cx="1041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463E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这就是著名的“窑洞对”——毛泽东说，我们已经找到跳出历史周期率的新路，这条新路就是民主。</a:t>
            </a:r>
            <a:endParaRPr lang="en-US" sz="1600" b="0" i="0" u="none" strike="noStrike" kern="0">
              <a:solidFill>
                <a:srgbClr val="463E3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8890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1143000" y="5842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9 题</a:t>
            </a:r>
            <a:endParaRPr lang="en-US" sz="2600" b="1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2540000" y="711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rgbClr val="968A8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单选题</a:t>
            </a:r>
            <a:endParaRPr lang="en-US" sz="1200" b="0" i="0" u="none" strike="noStrike" kern="0">
              <a:solidFill>
                <a:srgbClr val="968A8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4192">
            <a:off x="889004" y="1365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889000" y="1714500"/>
            <a:ext cx="1041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率领八路军第 359 旅开进南泥湾、开展大生产运动的旅长是：</a:t>
            </a:r>
            <a:endParaRPr lang="en-US" sz="22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89000" y="3810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1498600" y="3835400"/>
            <a:ext cx="431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彭德怀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3810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B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6832600" y="3835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贺龙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89000" y="4953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1498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王震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4953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D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6" name="AutoShape 16"/>
          <p:cNvSpPr txBox="1"/>
          <p:nvPr/>
        </p:nvSpPr>
        <p:spPr>
          <a:xfrm>
            <a:off x="6832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萧劲光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-4192">
            <a:off x="889004" y="6064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889000" y="6197600"/>
            <a:ext cx="1041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 kern="0">
                <a:solidFill>
                  <a:srgbClr val="A0968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延安精神知识问答</a:t>
            </a:r>
            <a:endParaRPr lang="en-US" sz="1100" b="0" i="0" u="none" strike="noStrike" kern="0">
              <a:solidFill>
                <a:srgbClr val="A0968C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889000" y="5842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ANSWER · 答案解析</a:t>
            </a:r>
            <a:endParaRPr lang="en-US" sz="1300" b="0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889000" y="990600"/>
            <a:ext cx="635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9 题　参考答案</a:t>
            </a:r>
            <a:endParaRPr lang="en-US" sz="26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4192">
            <a:off x="889004" y="1746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889000" y="2286000"/>
            <a:ext cx="177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</a:t>
            </a:r>
            <a:endParaRPr lang="en-US" sz="8000" b="1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2921000" y="2413000"/>
            <a:ext cx="38100" cy="11430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3238500" y="2413000"/>
            <a:ext cx="635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王震</a:t>
            </a:r>
            <a:endParaRPr lang="en-US" sz="20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889000" y="4064000"/>
            <a:ext cx="1041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解析</a:t>
            </a:r>
            <a:endParaRPr lang="en-US" sz="1400" b="1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889000" y="4470400"/>
            <a:ext cx="685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463E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1941年春，王震率八路军359旅开进南泥湾，开展大生产运动，把荒滩变成“陕北的好江南”。</a:t>
            </a:r>
            <a:endParaRPr lang="en-US" sz="1600" b="0" i="0" u="none" strike="noStrike" kern="0">
              <a:solidFill>
                <a:srgbClr val="463E3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8890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1143000" y="5842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10 题</a:t>
            </a:r>
            <a:endParaRPr lang="en-US" sz="2600" b="1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2540000" y="711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rgbClr val="968A8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单选题</a:t>
            </a:r>
            <a:endParaRPr lang="en-US" sz="1200" b="0" i="0" u="none" strike="noStrike" kern="0">
              <a:solidFill>
                <a:srgbClr val="968A8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4192">
            <a:off x="889004" y="1365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889000" y="1714500"/>
            <a:ext cx="1041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延安精神与井冈山精神、长征精神、西柏坡精神等的关系是：</a:t>
            </a:r>
            <a:endParaRPr lang="en-US" sz="22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89000" y="3810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1498600" y="3835400"/>
            <a:ext cx="431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彼此没有关系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3810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B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6832600" y="3657600"/>
            <a:ext cx="4572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都是中国共产党人精神谱系的重要组成部分，一脉相承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89000" y="4953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1498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只有延安精神属于精神谱系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4953000"/>
            <a:ext cx="431800" cy="431800"/>
          </a:xfrm>
          <a:prstGeom prst="ellipse">
            <a:avLst/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D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6" name="AutoShape 16"/>
          <p:cNvSpPr txBox="1"/>
          <p:nvPr/>
        </p:nvSpPr>
        <p:spPr>
          <a:xfrm>
            <a:off x="6832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它们都是延安精神的下级概念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-4192">
            <a:off x="889004" y="6064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889000" y="6197600"/>
            <a:ext cx="1041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 kern="0">
                <a:solidFill>
                  <a:srgbClr val="A0968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延安精神知识问答</a:t>
            </a:r>
            <a:endParaRPr lang="en-US" sz="1100" b="0" i="0" u="none" strike="noStrike" kern="0">
              <a:solidFill>
                <a:srgbClr val="A0968C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889000" y="5842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ANSWER · 答案解析</a:t>
            </a:r>
            <a:endParaRPr lang="en-US" sz="1300" b="0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889000" y="990600"/>
            <a:ext cx="635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10 题　参考答案</a:t>
            </a:r>
            <a:endParaRPr lang="en-US" sz="26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4192">
            <a:off x="889004" y="1746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889000" y="2286000"/>
            <a:ext cx="177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B</a:t>
            </a:r>
            <a:endParaRPr lang="en-US" sz="8000" b="1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2921000" y="2413000"/>
            <a:ext cx="38100" cy="1143000"/>
          </a:xfrm>
          <a:prstGeom prst="roundRect">
            <a:avLst>
              <a:gd name="adj" fmla="val 0"/>
            </a:avLst>
          </a:prstGeom>
          <a:solidFill>
            <a:srgbClr val="8C1E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3238500" y="2413000"/>
            <a:ext cx="635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都是中国共产党人精神谱系的重要组成部分，一脉相承</a:t>
            </a:r>
            <a:endParaRPr lang="en-US" sz="20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889000" y="4064000"/>
            <a:ext cx="1041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i="0" u="none" strike="noStrike" kern="0">
                <a:solidFill>
                  <a:srgbClr val="8C1E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解析</a:t>
            </a:r>
            <a:endParaRPr lang="en-US" sz="1400" b="1" i="0" u="none" strike="noStrike" kern="0">
              <a:solidFill>
                <a:srgbClr val="8C1E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889000" y="4470400"/>
            <a:ext cx="1041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463E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2021年党中央批准发布第一批纳入中国共产党人精神谱系的伟大精神共46项，它们都在其中。</a:t>
            </a:r>
            <a:endParaRPr lang="en-US" sz="1600" b="0" i="0" u="none" strike="noStrike" kern="0">
              <a:solidFill>
                <a:srgbClr val="463E3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8890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1143000" y="5842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785A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11 题</a:t>
            </a:r>
            <a:endParaRPr lang="en-US" sz="2600" b="1" i="0" u="none" strike="noStrike" kern="0">
              <a:solidFill>
                <a:srgbClr val="785A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2540000" y="711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rgbClr val="968A8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单选题</a:t>
            </a:r>
            <a:endParaRPr lang="en-US" sz="1200" b="0" i="0" u="none" strike="noStrike" kern="0">
              <a:solidFill>
                <a:srgbClr val="968A8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4192">
            <a:off x="889004" y="1365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889000" y="1714500"/>
            <a:ext cx="1041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延安精神的“灵魂”，指的是下列哪一项？</a:t>
            </a:r>
            <a:endParaRPr lang="en-US" sz="22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89000" y="3810000"/>
            <a:ext cx="431800" cy="431800"/>
          </a:xfrm>
          <a:prstGeom prst="ellipse">
            <a:avLst/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1498600" y="3835400"/>
            <a:ext cx="431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坚定正确的政治方向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3810000"/>
            <a:ext cx="431800" cy="431800"/>
          </a:xfrm>
          <a:prstGeom prst="ellipse">
            <a:avLst/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B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6832600" y="3835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解放思想、实事求是的思想路线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89000" y="4953000"/>
            <a:ext cx="431800" cy="431800"/>
          </a:xfrm>
          <a:prstGeom prst="ellipse">
            <a:avLst/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1498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全心全意为人民服务的根本宗旨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4953000"/>
            <a:ext cx="431800" cy="431800"/>
          </a:xfrm>
          <a:prstGeom prst="ellipse">
            <a:avLst/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D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6" name="AutoShape 16"/>
          <p:cNvSpPr txBox="1"/>
          <p:nvPr/>
        </p:nvSpPr>
        <p:spPr>
          <a:xfrm>
            <a:off x="6832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自力更生、艰苦奋斗的创业精神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-4192">
            <a:off x="889004" y="6064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889000" y="6197600"/>
            <a:ext cx="1041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 kern="0">
                <a:solidFill>
                  <a:srgbClr val="A0968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延安精神知识问答</a:t>
            </a:r>
            <a:endParaRPr lang="en-US" sz="1100" b="0" i="0" u="none" strike="noStrike" kern="0">
              <a:solidFill>
                <a:srgbClr val="A0968C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889000" y="5842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785A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ANSWER · 答案解析</a:t>
            </a:r>
            <a:endParaRPr lang="en-US" sz="1300" b="0" i="0" u="none" strike="noStrike" kern="0">
              <a:solidFill>
                <a:srgbClr val="785A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889000" y="990600"/>
            <a:ext cx="635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11 题　参考答案</a:t>
            </a:r>
            <a:endParaRPr lang="en-US" sz="26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4192">
            <a:off x="889004" y="1746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889000" y="2286000"/>
            <a:ext cx="177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i="0" u="none" strike="noStrike" kern="0">
                <a:solidFill>
                  <a:srgbClr val="785A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</a:t>
            </a:r>
            <a:endParaRPr lang="en-US" sz="8000" b="1" i="0" u="none" strike="noStrike" kern="0">
              <a:solidFill>
                <a:srgbClr val="785A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2921000" y="2413000"/>
            <a:ext cx="38100" cy="1143000"/>
          </a:xfrm>
          <a:prstGeom prst="roundRect">
            <a:avLst>
              <a:gd name="adj" fmla="val 0"/>
            </a:avLst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3238500" y="2413000"/>
            <a:ext cx="635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坚定正确的政治方向</a:t>
            </a:r>
            <a:endParaRPr lang="en-US" sz="20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889000" y="4064000"/>
            <a:ext cx="1041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i="0" u="none" strike="noStrike" kern="0">
                <a:solidFill>
                  <a:srgbClr val="785A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解析</a:t>
            </a:r>
            <a:endParaRPr lang="en-US" sz="1400" b="1" i="0" u="none" strike="noStrike" kern="0">
              <a:solidFill>
                <a:srgbClr val="785A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889000" y="4470400"/>
            <a:ext cx="1041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463E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坚定正确的政治方向是延安精神的灵魂，理想信念是共产党人精神上的“钙”。</a:t>
            </a:r>
            <a:endParaRPr lang="en-US" sz="1600" b="0" i="0" u="none" strike="noStrike" kern="0">
              <a:solidFill>
                <a:srgbClr val="463E3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8890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1143000" y="5842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785A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12 题</a:t>
            </a:r>
            <a:endParaRPr lang="en-US" sz="2600" b="1" i="0" u="none" strike="noStrike" kern="0">
              <a:solidFill>
                <a:srgbClr val="785A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2540000" y="711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rgbClr val="968A8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单选题</a:t>
            </a:r>
            <a:endParaRPr lang="en-US" sz="1200" b="0" i="0" u="none" strike="noStrike" kern="0">
              <a:solidFill>
                <a:srgbClr val="968A8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4192">
            <a:off x="889004" y="1365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889000" y="1714500"/>
            <a:ext cx="1041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大生产运动中，359 旅的著名口号是“一把镢头一把枪，______”：</a:t>
            </a:r>
            <a:endParaRPr lang="en-US" sz="22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89000" y="3810000"/>
            <a:ext cx="431800" cy="431800"/>
          </a:xfrm>
          <a:prstGeom prst="ellipse">
            <a:avLst/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1498600" y="3835400"/>
            <a:ext cx="431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生产自给保卫党中央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3810000"/>
            <a:ext cx="431800" cy="431800"/>
          </a:xfrm>
          <a:prstGeom prst="ellipse">
            <a:avLst/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B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6832600" y="3835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自己动手丰衣足食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89000" y="4953000"/>
            <a:ext cx="431800" cy="431800"/>
          </a:xfrm>
          <a:prstGeom prst="ellipse">
            <a:avLst/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1498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自力更生艰苦奋斗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4953000"/>
            <a:ext cx="431800" cy="431800"/>
          </a:xfrm>
          <a:prstGeom prst="ellipse">
            <a:avLst/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D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6" name="AutoShape 16"/>
          <p:cNvSpPr txBox="1"/>
          <p:nvPr/>
        </p:nvSpPr>
        <p:spPr>
          <a:xfrm>
            <a:off x="6832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团结紧张严肃活泼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-4192">
            <a:off x="889004" y="6064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889000" y="6197600"/>
            <a:ext cx="1041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 kern="0">
                <a:solidFill>
                  <a:srgbClr val="A0968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延安精神知识问答</a:t>
            </a:r>
            <a:endParaRPr lang="en-US" sz="1100" b="0" i="0" u="none" strike="noStrike" kern="0">
              <a:solidFill>
                <a:srgbClr val="A0968C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889000" y="5842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785A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ANSWER · 答案解析</a:t>
            </a:r>
            <a:endParaRPr lang="en-US" sz="1300" b="0" i="0" u="none" strike="noStrike" kern="0">
              <a:solidFill>
                <a:srgbClr val="785A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889000" y="990600"/>
            <a:ext cx="635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12 题　参考答案</a:t>
            </a:r>
            <a:endParaRPr lang="en-US" sz="26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4192">
            <a:off x="889004" y="1746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889000" y="2286000"/>
            <a:ext cx="177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i="0" u="none" strike="noStrike" kern="0">
                <a:solidFill>
                  <a:srgbClr val="785A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</a:t>
            </a:r>
            <a:endParaRPr lang="en-US" sz="8000" b="1" i="0" u="none" strike="noStrike" kern="0">
              <a:solidFill>
                <a:srgbClr val="785A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2921000" y="2413000"/>
            <a:ext cx="38100" cy="1143000"/>
          </a:xfrm>
          <a:prstGeom prst="roundRect">
            <a:avLst>
              <a:gd name="adj" fmla="val 0"/>
            </a:avLst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3238500" y="2413000"/>
            <a:ext cx="635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生产自给保卫党中央</a:t>
            </a:r>
            <a:endParaRPr lang="en-US" sz="20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889000" y="4064000"/>
            <a:ext cx="1041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i="0" u="none" strike="noStrike" kern="0">
                <a:solidFill>
                  <a:srgbClr val="785A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解析</a:t>
            </a:r>
            <a:endParaRPr lang="en-US" sz="1400" b="1" i="0" u="none" strike="noStrike" kern="0">
              <a:solidFill>
                <a:srgbClr val="785A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889000" y="4470400"/>
            <a:ext cx="685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463E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359旅的著名口号：“一把镢头一把枪，生产自给保卫党中央。”</a:t>
            </a:r>
            <a:endParaRPr lang="en-US" sz="1600" b="0" i="0" u="none" strike="noStrike" kern="0">
              <a:solidFill>
                <a:srgbClr val="463E3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8890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1143000" y="5842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785A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13 题</a:t>
            </a:r>
            <a:endParaRPr lang="en-US" sz="2600" b="1" i="0" u="none" strike="noStrike" kern="0">
              <a:solidFill>
                <a:srgbClr val="785A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2540000" y="711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rgbClr val="968A8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单选题</a:t>
            </a:r>
            <a:endParaRPr lang="en-US" sz="1200" b="0" i="0" u="none" strike="noStrike" kern="0">
              <a:solidFill>
                <a:srgbClr val="968A8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4192">
            <a:off x="889004" y="1365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889000" y="1714500"/>
            <a:ext cx="1041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抗战时期，359 旅经过艰苦奋斗，把“烂泥湾”变成了：</a:t>
            </a:r>
            <a:endParaRPr lang="en-US" sz="22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89000" y="3810000"/>
            <a:ext cx="431800" cy="431800"/>
          </a:xfrm>
          <a:prstGeom prst="ellipse">
            <a:avLst/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1498600" y="3835400"/>
            <a:ext cx="431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陕北的好江南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3810000"/>
            <a:ext cx="431800" cy="431800"/>
          </a:xfrm>
          <a:prstGeom prst="ellipse">
            <a:avLst/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B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6832600" y="3835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塞外的小江南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89000" y="4953000"/>
            <a:ext cx="431800" cy="431800"/>
          </a:xfrm>
          <a:prstGeom prst="ellipse">
            <a:avLst/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1498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关中的米粮仓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4953000"/>
            <a:ext cx="431800" cy="431800"/>
          </a:xfrm>
          <a:prstGeom prst="ellipse">
            <a:avLst/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D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6" name="AutoShape 16"/>
          <p:cNvSpPr txBox="1"/>
          <p:nvPr/>
        </p:nvSpPr>
        <p:spPr>
          <a:xfrm>
            <a:off x="6832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敌后的模范区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-4192">
            <a:off x="889004" y="6064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889000" y="6197600"/>
            <a:ext cx="1041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 kern="0">
                <a:solidFill>
                  <a:srgbClr val="A0968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延安精神知识问答</a:t>
            </a:r>
            <a:endParaRPr lang="en-US" sz="1100" b="0" i="0" u="none" strike="noStrike" kern="0">
              <a:solidFill>
                <a:srgbClr val="A0968C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889000" y="5842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785A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ANSWER · 答案解析</a:t>
            </a:r>
            <a:endParaRPr lang="en-US" sz="1300" b="0" i="0" u="none" strike="noStrike" kern="0">
              <a:solidFill>
                <a:srgbClr val="785A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889000" y="990600"/>
            <a:ext cx="635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13 题　参考答案</a:t>
            </a:r>
            <a:endParaRPr lang="en-US" sz="26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4192">
            <a:off x="889004" y="1746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889000" y="2286000"/>
            <a:ext cx="177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i="0" u="none" strike="noStrike" kern="0">
                <a:solidFill>
                  <a:srgbClr val="785A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</a:t>
            </a:r>
            <a:endParaRPr lang="en-US" sz="8000" b="1" i="0" u="none" strike="noStrike" kern="0">
              <a:solidFill>
                <a:srgbClr val="785A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2921000" y="2413000"/>
            <a:ext cx="38100" cy="1143000"/>
          </a:xfrm>
          <a:prstGeom prst="roundRect">
            <a:avLst>
              <a:gd name="adj" fmla="val 0"/>
            </a:avLst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3238500" y="2413000"/>
            <a:ext cx="635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陕北的好江南</a:t>
            </a:r>
            <a:endParaRPr lang="en-US" sz="20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889000" y="4064000"/>
            <a:ext cx="1041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i="0" u="none" strike="noStrike" kern="0">
                <a:solidFill>
                  <a:srgbClr val="785A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解析</a:t>
            </a:r>
            <a:endParaRPr lang="en-US" sz="1400" b="1" i="0" u="none" strike="noStrike" kern="0">
              <a:solidFill>
                <a:srgbClr val="785A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889000" y="4470400"/>
            <a:ext cx="685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463E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经过几年奋斗，359旅把荒无人烟的“烂泥湾”变成了“陕北的好江南”。</a:t>
            </a:r>
            <a:endParaRPr lang="en-US" sz="1600" b="0" i="0" u="none" strike="noStrike" kern="0">
              <a:solidFill>
                <a:srgbClr val="463E3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8890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1143000" y="5842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785A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14 题</a:t>
            </a:r>
            <a:endParaRPr lang="en-US" sz="2600" b="1" i="0" u="none" strike="noStrike" kern="0">
              <a:solidFill>
                <a:srgbClr val="785A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2540000" y="711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rgbClr val="968A8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单选题</a:t>
            </a:r>
            <a:endParaRPr lang="en-US" sz="1200" b="0" i="0" u="none" strike="noStrike" kern="0">
              <a:solidFill>
                <a:srgbClr val="968A8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4192">
            <a:off x="889004" y="1365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889000" y="1714500"/>
            <a:ext cx="1041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到 1943 年，359 旅粮食、经费全部自给，做到了“不要政府”的哪三样？</a:t>
            </a:r>
            <a:endParaRPr lang="en-US" sz="22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89000" y="3810000"/>
            <a:ext cx="431800" cy="431800"/>
          </a:xfrm>
          <a:prstGeom prst="ellipse">
            <a:avLst/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1498600" y="3835400"/>
            <a:ext cx="431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一粒米、一寸布、一文钱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3810000"/>
            <a:ext cx="431800" cy="431800"/>
          </a:xfrm>
          <a:prstGeom prst="ellipse">
            <a:avLst/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B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6832600" y="3835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一斤粮、一尺布、一分钱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89000" y="4953000"/>
            <a:ext cx="431800" cy="431800"/>
          </a:xfrm>
          <a:prstGeom prst="ellipse">
            <a:avLst/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1498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一粒米、一尺布、一文钱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4953000"/>
            <a:ext cx="431800" cy="431800"/>
          </a:xfrm>
          <a:prstGeom prst="ellipse">
            <a:avLst/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D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6" name="AutoShape 16"/>
          <p:cNvSpPr txBox="1"/>
          <p:nvPr/>
        </p:nvSpPr>
        <p:spPr>
          <a:xfrm>
            <a:off x="6832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一斤米、一寸布、一文钱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-4192">
            <a:off x="889004" y="6064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889000" y="6197600"/>
            <a:ext cx="1041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 kern="0">
                <a:solidFill>
                  <a:srgbClr val="A0968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延安精神知识问答</a:t>
            </a:r>
            <a:endParaRPr lang="en-US" sz="1100" b="0" i="0" u="none" strike="noStrike" kern="0">
              <a:solidFill>
                <a:srgbClr val="A0968C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889000" y="5842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785A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ANSWER · 答案解析</a:t>
            </a:r>
            <a:endParaRPr lang="en-US" sz="1300" b="0" i="0" u="none" strike="noStrike" kern="0">
              <a:solidFill>
                <a:srgbClr val="785A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889000" y="990600"/>
            <a:ext cx="635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14 题　参考答案</a:t>
            </a:r>
            <a:endParaRPr lang="en-US" sz="26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4192">
            <a:off x="889004" y="1746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889000" y="2286000"/>
            <a:ext cx="177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i="0" u="none" strike="noStrike" kern="0">
                <a:solidFill>
                  <a:srgbClr val="785A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</a:t>
            </a:r>
            <a:endParaRPr lang="en-US" sz="8000" b="1" i="0" u="none" strike="noStrike" kern="0">
              <a:solidFill>
                <a:srgbClr val="785A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2921000" y="2413000"/>
            <a:ext cx="38100" cy="1143000"/>
          </a:xfrm>
          <a:prstGeom prst="roundRect">
            <a:avLst>
              <a:gd name="adj" fmla="val 0"/>
            </a:avLst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3238500" y="2413000"/>
            <a:ext cx="635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一粒米、一寸布、一文钱</a:t>
            </a:r>
            <a:endParaRPr lang="en-US" sz="20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889000" y="4064000"/>
            <a:ext cx="1041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i="0" u="none" strike="noStrike" kern="0">
                <a:solidFill>
                  <a:srgbClr val="785A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解析</a:t>
            </a:r>
            <a:endParaRPr lang="en-US" sz="1400" b="1" i="0" u="none" strike="noStrike" kern="0">
              <a:solidFill>
                <a:srgbClr val="785A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889000" y="4470400"/>
            <a:ext cx="1041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463E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到1943年，359旅粮食经费全部自给，做到“不要政府一粒米、一寸布、一文钱”。</a:t>
            </a:r>
            <a:endParaRPr lang="en-US" sz="1600" b="0" i="0" u="none" strike="noStrike" kern="0">
              <a:solidFill>
                <a:srgbClr val="463E3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8890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1143000" y="5842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785A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15 题</a:t>
            </a:r>
            <a:endParaRPr lang="en-US" sz="2600" b="1" i="0" u="none" strike="noStrike" kern="0">
              <a:solidFill>
                <a:srgbClr val="785A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2540000" y="711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rgbClr val="968A8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多选题</a:t>
            </a:r>
            <a:endParaRPr lang="en-US" sz="1200" b="0" i="0" u="none" strike="noStrike" kern="0">
              <a:solidFill>
                <a:srgbClr val="968A8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4192">
            <a:off x="889004" y="1365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889000" y="1714500"/>
            <a:ext cx="1041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下列哪些事件发生在延安时期？（多选）</a:t>
            </a:r>
            <a:endParaRPr lang="en-US" sz="22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89000" y="3810000"/>
            <a:ext cx="431800" cy="431800"/>
          </a:xfrm>
          <a:prstGeom prst="ellipse">
            <a:avLst/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1498600" y="3835400"/>
            <a:ext cx="431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瓦窑堡会议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3810000"/>
            <a:ext cx="431800" cy="431800"/>
          </a:xfrm>
          <a:prstGeom prst="ellipse">
            <a:avLst/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B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6832600" y="3835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党的六届六中全会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89000" y="4953000"/>
            <a:ext cx="431800" cy="431800"/>
          </a:xfrm>
          <a:prstGeom prst="ellipse">
            <a:avLst/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1498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延安整风运动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4953000"/>
            <a:ext cx="431800" cy="431800"/>
          </a:xfrm>
          <a:prstGeom prst="ellipse">
            <a:avLst/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D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6" name="AutoShape 16"/>
          <p:cNvSpPr txBox="1"/>
          <p:nvPr/>
        </p:nvSpPr>
        <p:spPr>
          <a:xfrm>
            <a:off x="6832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遵义会议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-4192">
            <a:off x="889004" y="6064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889000" y="6197600"/>
            <a:ext cx="1041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 kern="0">
                <a:solidFill>
                  <a:srgbClr val="A0968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延安精神知识问答</a:t>
            </a:r>
            <a:endParaRPr lang="en-US" sz="1100" b="0" i="0" u="none" strike="noStrike" kern="0">
              <a:solidFill>
                <a:srgbClr val="A0968C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889000" y="5842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785A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ANSWER · 答案解析</a:t>
            </a:r>
            <a:endParaRPr lang="en-US" sz="1300" b="0" i="0" u="none" strike="noStrike" kern="0">
              <a:solidFill>
                <a:srgbClr val="785A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889000" y="990600"/>
            <a:ext cx="635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15 题　参考答案</a:t>
            </a:r>
            <a:endParaRPr lang="en-US" sz="26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4192">
            <a:off x="889004" y="1746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889000" y="24765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i="0" u="none" strike="noStrike" kern="0">
                <a:solidFill>
                  <a:srgbClr val="785A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A、B、C</a:t>
            </a:r>
            <a:endParaRPr lang="en-US" sz="4400" b="1" i="0" u="none" strike="noStrike" kern="0">
              <a:solidFill>
                <a:srgbClr val="785A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3810000" y="2413000"/>
            <a:ext cx="38100" cy="1143000"/>
          </a:xfrm>
          <a:prstGeom prst="roundRect">
            <a:avLst>
              <a:gd name="adj" fmla="val 0"/>
            </a:avLst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4127500" y="2413000"/>
            <a:ext cx="546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瓦窑堡会议、党的六届六中全会、延安整风运动</a:t>
            </a:r>
            <a:endParaRPr lang="en-US" sz="20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889000" y="4064000"/>
            <a:ext cx="1041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i="0" u="none" strike="noStrike" kern="0">
                <a:solidFill>
                  <a:srgbClr val="785A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解析</a:t>
            </a:r>
            <a:endParaRPr lang="en-US" sz="1400" b="1" i="0" u="none" strike="noStrike" kern="0">
              <a:solidFill>
                <a:srgbClr val="785A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889000" y="4470400"/>
            <a:ext cx="1041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463E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遵义会议1935年1月在贵州遵义召开，早于党中央到达陕北。</a:t>
            </a:r>
            <a:endParaRPr lang="en-US" sz="1600" b="0" i="0" u="none" strike="noStrike" kern="0">
              <a:solidFill>
                <a:srgbClr val="463E3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8890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1143000" y="5842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785A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16 题</a:t>
            </a:r>
            <a:endParaRPr lang="en-US" sz="2600" b="1" i="0" u="none" strike="noStrike" kern="0">
              <a:solidFill>
                <a:srgbClr val="785A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2540000" y="711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rgbClr val="968A8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单选题</a:t>
            </a:r>
            <a:endParaRPr lang="en-US" sz="1200" b="0" i="0" u="none" strike="noStrike" kern="0">
              <a:solidFill>
                <a:srgbClr val="968A8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4192">
            <a:off x="889004" y="1365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889000" y="1714500"/>
            <a:ext cx="1041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延安整风运动的方针是：</a:t>
            </a:r>
            <a:endParaRPr lang="en-US" sz="22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89000" y="3810000"/>
            <a:ext cx="431800" cy="431800"/>
          </a:xfrm>
          <a:prstGeom prst="ellipse">
            <a:avLst/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1498600" y="3835400"/>
            <a:ext cx="431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惩前毖后，治病救人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3810000"/>
            <a:ext cx="431800" cy="431800"/>
          </a:xfrm>
          <a:prstGeom prst="ellipse">
            <a:avLst/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B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6832600" y="3835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团结—批评—团结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89000" y="4953000"/>
            <a:ext cx="431800" cy="431800"/>
          </a:xfrm>
          <a:prstGeom prst="ellipse">
            <a:avLst/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1498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批评与自我批评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4953000"/>
            <a:ext cx="431800" cy="431800"/>
          </a:xfrm>
          <a:prstGeom prst="ellipse">
            <a:avLst/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D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6" name="AutoShape 16"/>
          <p:cNvSpPr txBox="1"/>
          <p:nvPr/>
        </p:nvSpPr>
        <p:spPr>
          <a:xfrm>
            <a:off x="6832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坦白从宽，抗拒从严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-4192">
            <a:off x="889004" y="6064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889000" y="6197600"/>
            <a:ext cx="1041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 kern="0">
                <a:solidFill>
                  <a:srgbClr val="A0968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延安精神知识问答</a:t>
            </a:r>
            <a:endParaRPr lang="en-US" sz="1100" b="0" i="0" u="none" strike="noStrike" kern="0">
              <a:solidFill>
                <a:srgbClr val="A0968C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889000" y="5842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785A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ANSWER · 答案解析</a:t>
            </a:r>
            <a:endParaRPr lang="en-US" sz="1300" b="0" i="0" u="none" strike="noStrike" kern="0">
              <a:solidFill>
                <a:srgbClr val="785A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889000" y="990600"/>
            <a:ext cx="635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16 题　参考答案</a:t>
            </a:r>
            <a:endParaRPr lang="en-US" sz="26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4192">
            <a:off x="889004" y="1746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889000" y="2286000"/>
            <a:ext cx="177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i="0" u="none" strike="noStrike" kern="0">
                <a:solidFill>
                  <a:srgbClr val="785A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</a:t>
            </a:r>
            <a:endParaRPr lang="en-US" sz="8000" b="1" i="0" u="none" strike="noStrike" kern="0">
              <a:solidFill>
                <a:srgbClr val="785A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2921000" y="2413000"/>
            <a:ext cx="38100" cy="1143000"/>
          </a:xfrm>
          <a:prstGeom prst="roundRect">
            <a:avLst>
              <a:gd name="adj" fmla="val 0"/>
            </a:avLst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3238500" y="2413000"/>
            <a:ext cx="635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惩前毖后，治病救人</a:t>
            </a:r>
            <a:endParaRPr lang="en-US" sz="20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889000" y="4064000"/>
            <a:ext cx="1041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i="0" u="none" strike="noStrike" kern="0">
                <a:solidFill>
                  <a:srgbClr val="785A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解析</a:t>
            </a:r>
            <a:endParaRPr lang="en-US" sz="1400" b="1" i="0" u="none" strike="noStrike" kern="0">
              <a:solidFill>
                <a:srgbClr val="785A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889000" y="4470400"/>
            <a:ext cx="1041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463E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这是延安整风运动的方针，旨在既要弄清思想，又要团结同志。</a:t>
            </a:r>
            <a:endParaRPr lang="en-US" sz="1600" b="0" i="0" u="none" strike="noStrike" kern="0">
              <a:solidFill>
                <a:srgbClr val="463E3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8890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1143000" y="5842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785A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17 题</a:t>
            </a:r>
            <a:endParaRPr lang="en-US" sz="2600" b="1" i="0" u="none" strike="noStrike" kern="0">
              <a:solidFill>
                <a:srgbClr val="785A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2540000" y="711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rgbClr val="968A8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单选题</a:t>
            </a:r>
            <a:endParaRPr lang="en-US" sz="1200" b="0" i="0" u="none" strike="noStrike" kern="0">
              <a:solidFill>
                <a:srgbClr val="968A8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4192">
            <a:off x="889004" y="1365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889000" y="1714500"/>
            <a:ext cx="1041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毛泽东为中国人民抗日军政大学题写的校训是“团结、紧张、____、____”：</a:t>
            </a:r>
            <a:endParaRPr lang="en-US" sz="22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89000" y="3810000"/>
            <a:ext cx="431800" cy="431800"/>
          </a:xfrm>
          <a:prstGeom prst="ellipse">
            <a:avLst/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1498600" y="3835400"/>
            <a:ext cx="431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严肃、活泼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3810000"/>
            <a:ext cx="431800" cy="431800"/>
          </a:xfrm>
          <a:prstGeom prst="ellipse">
            <a:avLst/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B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6832600" y="3835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紧张、活泼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89000" y="4953000"/>
            <a:ext cx="431800" cy="431800"/>
          </a:xfrm>
          <a:prstGeom prst="ellipse">
            <a:avLst/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1498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严肃、团结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4953000"/>
            <a:ext cx="431800" cy="431800"/>
          </a:xfrm>
          <a:prstGeom prst="ellipse">
            <a:avLst/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D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6" name="AutoShape 16"/>
          <p:cNvSpPr txBox="1"/>
          <p:nvPr/>
        </p:nvSpPr>
        <p:spPr>
          <a:xfrm>
            <a:off x="6832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活泼、严肃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-4192">
            <a:off x="889004" y="6064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889000" y="6197600"/>
            <a:ext cx="1041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 kern="0">
                <a:solidFill>
                  <a:srgbClr val="A0968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延安精神知识问答</a:t>
            </a:r>
            <a:endParaRPr lang="en-US" sz="1100" b="0" i="0" u="none" strike="noStrike" kern="0">
              <a:solidFill>
                <a:srgbClr val="A0968C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889000" y="5842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785A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ANSWER · 答案解析</a:t>
            </a:r>
            <a:endParaRPr lang="en-US" sz="1300" b="0" i="0" u="none" strike="noStrike" kern="0">
              <a:solidFill>
                <a:srgbClr val="785A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889000" y="990600"/>
            <a:ext cx="635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17 题　参考答案</a:t>
            </a:r>
            <a:endParaRPr lang="en-US" sz="26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4192">
            <a:off x="889004" y="1746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889000" y="2286000"/>
            <a:ext cx="177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i="0" u="none" strike="noStrike" kern="0">
                <a:solidFill>
                  <a:srgbClr val="785A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</a:t>
            </a:r>
            <a:endParaRPr lang="en-US" sz="8000" b="1" i="0" u="none" strike="noStrike" kern="0">
              <a:solidFill>
                <a:srgbClr val="785A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2921000" y="2413000"/>
            <a:ext cx="38100" cy="1143000"/>
          </a:xfrm>
          <a:prstGeom prst="roundRect">
            <a:avLst>
              <a:gd name="adj" fmla="val 0"/>
            </a:avLst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3238500" y="2413000"/>
            <a:ext cx="635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严肃、活泼</a:t>
            </a:r>
            <a:endParaRPr lang="en-US" sz="20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889000" y="4064000"/>
            <a:ext cx="1041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i="0" u="none" strike="noStrike" kern="0">
                <a:solidFill>
                  <a:srgbClr val="785A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解析</a:t>
            </a:r>
            <a:endParaRPr lang="en-US" sz="1400" b="1" i="0" u="none" strike="noStrike" kern="0">
              <a:solidFill>
                <a:srgbClr val="785A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889000" y="4470400"/>
            <a:ext cx="1041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463E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中国人民抗日军政大学校训：“团结、紧张、严肃、活泼”。</a:t>
            </a:r>
            <a:endParaRPr lang="en-US" sz="1600" b="0" i="0" u="none" strike="noStrike" kern="0">
              <a:solidFill>
                <a:srgbClr val="463E3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8890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1143000" y="5842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785A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18 题</a:t>
            </a:r>
            <a:endParaRPr lang="en-US" sz="2600" b="1" i="0" u="none" strike="noStrike" kern="0">
              <a:solidFill>
                <a:srgbClr val="785A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2540000" y="711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rgbClr val="968A8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单选题</a:t>
            </a:r>
            <a:endParaRPr lang="en-US" sz="1200" b="0" i="0" u="none" strike="noStrike" kern="0">
              <a:solidFill>
                <a:srgbClr val="968A8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4192">
            <a:off x="889004" y="1365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889000" y="1714500"/>
            <a:ext cx="1041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官方定位中，南泥湾精神与延安精神的关系是：</a:t>
            </a:r>
            <a:endParaRPr lang="en-US" sz="22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89000" y="3810000"/>
            <a:ext cx="431800" cy="431800"/>
          </a:xfrm>
          <a:prstGeom prst="ellipse">
            <a:avLst/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1498600" y="3657600"/>
            <a:ext cx="4572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延安精神的重要组成部分，是延安精神在大生产中的具体体现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3810000"/>
            <a:ext cx="431800" cy="431800"/>
          </a:xfrm>
          <a:prstGeom prst="ellipse">
            <a:avLst/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B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6832600" y="3835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延安精神的全部内容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89000" y="4953000"/>
            <a:ext cx="431800" cy="431800"/>
          </a:xfrm>
          <a:prstGeom prst="ellipse">
            <a:avLst/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1498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延安精神的前身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4953000"/>
            <a:ext cx="431800" cy="431800"/>
          </a:xfrm>
          <a:prstGeom prst="ellipse">
            <a:avLst/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D</a:t>
            </a:r>
            <a:endParaRPr lang="en-US" sz="1500" b="1" i="0" u="none" strike="noStrike" kern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6" name="AutoShape 16"/>
          <p:cNvSpPr txBox="1"/>
          <p:nvPr/>
        </p:nvSpPr>
        <p:spPr>
          <a:xfrm>
            <a:off x="6832600" y="49784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延安精神的直接替代</a:t>
            </a:r>
            <a:endParaRPr lang="en-US" sz="1600" b="0" i="0" u="none" strike="noStrike" kern="0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-4192">
            <a:off x="889004" y="6064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889000" y="6197600"/>
            <a:ext cx="1041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 kern="0">
                <a:solidFill>
                  <a:srgbClr val="A0968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延安精神知识问答　·　第二部分 抢答题</a:t>
            </a:r>
            <a:endParaRPr lang="en-US" sz="1100" b="0" i="0" u="none" strike="noStrike" kern="0">
              <a:solidFill>
                <a:srgbClr val="A0968C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889000" y="5842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785A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ANSWER · 答案解析</a:t>
            </a:r>
            <a:endParaRPr lang="en-US" sz="1300" b="0" i="0" u="none" strike="noStrike" kern="0">
              <a:solidFill>
                <a:srgbClr val="785A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889000" y="990600"/>
            <a:ext cx="635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18 题　参考答案</a:t>
            </a:r>
            <a:endParaRPr lang="en-US" sz="26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4192">
            <a:off x="889004" y="1746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889000" y="2286000"/>
            <a:ext cx="177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i="0" u="none" strike="noStrike" kern="0">
                <a:solidFill>
                  <a:srgbClr val="785A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</a:t>
            </a:r>
            <a:endParaRPr lang="en-US" sz="8000" b="1" i="0" u="none" strike="noStrike" kern="0">
              <a:solidFill>
                <a:srgbClr val="785A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2921000" y="2413000"/>
            <a:ext cx="38100" cy="1143000"/>
          </a:xfrm>
          <a:prstGeom prst="roundRect">
            <a:avLst>
              <a:gd name="adj" fmla="val 0"/>
            </a:avLst>
          </a:prstGeom>
          <a:solidFill>
            <a:srgbClr val="785A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3238500" y="2413000"/>
            <a:ext cx="635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0" u="none" strike="noStrike" kern="0">
                <a:solidFill>
                  <a:srgbClr val="2B28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延安精神的重要组成部分，是延安精神在大生产中的具体体现</a:t>
            </a:r>
            <a:endParaRPr lang="en-US" sz="2000" b="1" i="0" u="none" strike="noStrike" kern="0">
              <a:solidFill>
                <a:srgbClr val="2B28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889000" y="4064000"/>
            <a:ext cx="1041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i="0" u="none" strike="noStrike" kern="0">
                <a:solidFill>
                  <a:srgbClr val="785A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解析</a:t>
            </a:r>
            <a:endParaRPr lang="en-US" sz="1400" b="1" i="0" u="none" strike="noStrike" kern="0">
              <a:solidFill>
                <a:srgbClr val="785A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889000" y="4470400"/>
            <a:ext cx="685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463E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南泥湾精神是延安精神的重要组成部分，是延安精神在南泥湾大生产中的具体体现。</a:t>
            </a:r>
            <a:endParaRPr lang="en-US" sz="1600" b="0" i="0" u="none" strike="noStrike" kern="0">
              <a:solidFill>
                <a:srgbClr val="463E3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8890"/>
            <a:ext cx="12230735" cy="68402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SUBTYPE" val="v"/>
  <p:tag name="KSO_WM_TEMPLATE_CATEGORY" val="chip"/>
  <p:tag name="KSO_WM_TEMPLATE_INDEX" val="20224697"/>
  <p:tag name="KSO_WM_UNIT_TYPE" val="i"/>
  <p:tag name="KSO_WM_UNIT_INDEX" val="1"/>
  <p:tag name="KSO_WM_UNIT_ID" val="chip20224697_18*i*1"/>
  <p:tag name="KSO_WM_BEAUTIFY_FLAG" val="#wm#"/>
  <p:tag name="KSO_WM_TAG_VERSION" val="1.0"/>
  <p:tag name="KSO_WM_CHIP_GROUPID" val="62e108497ec3138b1bb69b3e"/>
  <p:tag name="KSO_WM_CHIP_XID" val="62e1088b7ec3138b1bb6a1a1"/>
  <p:tag name="KSO_WM_UNIT_DEC_AREA_ID" val="7ad43fb184f64f6cb7baa0a210d16700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48b6b350169f4b60a7d69fd18f8aaefe"/>
</p:tagLst>
</file>

<file path=ppt/tags/tag35.xml><?xml version="1.0" encoding="utf-8"?>
<p:tagLst xmlns:p="http://schemas.openxmlformats.org/presentationml/2006/main">
  <p:tag name="KSO_WM_UNIT_SUBTYPE" val="t"/>
  <p:tag name="KSO_WM_TEMPLATE_CATEGORY" val="chip"/>
  <p:tag name="KSO_WM_TEMPLATE_INDEX" val="20224697"/>
  <p:tag name="KSO_WM_UNIT_TYPE" val="i"/>
  <p:tag name="KSO_WM_UNIT_INDEX" val="1"/>
  <p:tag name="KSO_WM_UNIT_ID" val="chip20224697_20*i*1"/>
  <p:tag name="KSO_WM_BEAUTIFY_FLAG" val="#wm#"/>
  <p:tag name="KSO_WM_TAG_VERSION" val="1.0"/>
  <p:tag name="KSO_WM_CHIP_GROUPID" val="62e108497ec3138b1bb69b3e"/>
  <p:tag name="KSO_WM_CHIP_XID" val="62e1088b7ec3138b1bb6a012"/>
  <p:tag name="KSO_WM_UNIT_DEC_AREA_ID" val="9da80fbf119e4828b9be4fd46164f817"/>
  <p:tag name="KSO_WM_CHIP_FILLAREA_FILL_RULE" val="{&quot;fill_align&quot;:&quot;l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12a2973236ee456aa5e8e90dcf29c58a"/>
</p:tagLst>
</file>

<file path=ppt/tags/tag36.xml><?xml version="1.0" encoding="utf-8"?>
<p:tagLst xmlns:p="http://schemas.openxmlformats.org/presentationml/2006/main">
  <p:tag name="KSO_WM_UNIT_SUBTYPE" val="t"/>
  <p:tag name="KSO_WM_TEMPLATE_CATEGORY" val="chip"/>
  <p:tag name="KSO_WM_TEMPLATE_INDEX" val="20224697"/>
  <p:tag name="KSO_WM_UNIT_TYPE" val="i"/>
  <p:tag name="KSO_WM_UNIT_INDEX" val="1"/>
  <p:tag name="KSO_WM_UNIT_ID" val="chip20224697_22*i*1"/>
  <p:tag name="KSO_WM_BEAUTIFY_FLAG" val="#wm#"/>
  <p:tag name="KSO_WM_TAG_VERSION" val="1.0"/>
  <p:tag name="KSO_WM_CHIP_GROUPID" val="62e108497ec3138b1bb69b3e"/>
  <p:tag name="KSO_WM_CHIP_XID" val="62e1088b7ec3138b1bb6a046"/>
  <p:tag name="KSO_WM_UNIT_DEC_AREA_ID" val="d06cc5b3027b467fa6e88d1138fee1c7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f5a280cea4744dbb997fb867ae8a88b"/>
</p:tagLst>
</file>

<file path=ppt/tags/tag37.xml><?xml version="1.0" encoding="utf-8"?>
<p:tagLst xmlns:p="http://schemas.openxmlformats.org/presentationml/2006/main">
  <p:tag name="KSO_WM_UNIT_SUBTYPE" val="u"/>
  <p:tag name="KSO_WM_TEMPLATE_CATEGORY" val="chip"/>
  <p:tag name="KSO_WM_TEMPLATE_INDEX" val="20224697"/>
  <p:tag name="KSO_WM_UNIT_TYPE" val="i"/>
  <p:tag name="KSO_WM_UNIT_INDEX" val="1"/>
  <p:tag name="KSO_WM_UNIT_ID" val="chip20224697_19*i*1"/>
  <p:tag name="KSO_WM_BEAUTIFY_FLAG" val="#wm#"/>
  <p:tag name="KSO_WM_TAG_VERSION" val="1.0"/>
  <p:tag name="KSO_WM_CHIP_GROUPID" val="62e108497ec3138b1bb69b3e"/>
  <p:tag name="KSO_WM_CHIP_XID" val="62e1088b7ec3138b1bb6a0e6"/>
  <p:tag name="KSO_WM_UNIT_DEC_AREA_ID" val="fcb30dedf7ad4f59b45359cb3564f59d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0c535e0eab644b359f8f08e169b0efb2"/>
</p:tagLst>
</file>

<file path=ppt/tags/tag38.xml><?xml version="1.0" encoding="utf-8"?>
<p:tagLst xmlns:p="http://schemas.openxmlformats.org/presentationml/2006/main">
  <p:tag name="KSO_WM_UNIT_SUBTYPE" val="t"/>
  <p:tag name="KSO_WM_TEMPLATE_CATEGORY" val="chip"/>
  <p:tag name="KSO_WM_TEMPLATE_INDEX" val="20224697"/>
  <p:tag name="KSO_WM_UNIT_TYPE" val="i"/>
  <p:tag name="KSO_WM_UNIT_INDEX" val="1"/>
  <p:tag name="KSO_WM_UNIT_ID" val="chip20224697_21*i*1"/>
  <p:tag name="KSO_WM_BEAUTIFY_FLAG" val="#wm#"/>
  <p:tag name="KSO_WM_TAG_VERSION" val="1.0"/>
  <p:tag name="KSO_WM_CHIP_GROUPID" val="62e108497ec3138b1bb69b3e"/>
  <p:tag name="KSO_WM_CHIP_XID" val="62e1088b7ec3138b1bb6a041"/>
  <p:tag name="KSO_WM_UNIT_DEC_AREA_ID" val="000d6fdae42d4e0f9c1569069d077e9d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264580087c664dc8b69be04b38dae565"/>
</p:tagLst>
</file>

<file path=ppt/tags/tag3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4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4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42.xml><?xml version="1.0" encoding="utf-8"?>
<p:tagLst xmlns:p="http://schemas.openxmlformats.org/presentationml/2006/main">
  <p:tag name="KSO_WM_UNIT_ISCONTENTSTITLE" val="0"/>
  <p:tag name="KSO_WM_UNIT_ISNUMDGMTITLE" val="0"/>
  <p:tag name="KSO_WM_UNIT_PRESET_TEXT" val="党政宣传汇报通用模板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4697_1*a*1"/>
  <p:tag name="KSO_WM_TEMPLATE_CATEGORY" val="custom"/>
  <p:tag name="KSO_WM_TEMPLATE_INDEX" val="20224697"/>
  <p:tag name="KSO_WM_UNIT_LAYERLEVEL" val="1"/>
  <p:tag name="KSO_WM_TAG_VERSION" val="1.0"/>
  <p:tag name="KSO_WM_BEAUTIFY_FLAG" val="#wm#"/>
  <p:tag name="KSO_WM_UNIT_DEFAULT_FONT" val="60;66;2"/>
  <p:tag name="KSO_WM_UNIT_BLOCK" val="0"/>
  <p:tag name="KSO_WM_UNIT_DEC_AREA_ID" val="9560adcf6e7a47f48625b2aba6d70741"/>
  <p:tag name="KSO_WM_CHIP_GROUPID" val="6193599c18adb49c6c1f413a"/>
  <p:tag name="KSO_WM_CHIP_XID" val="6193599c18adb49c6c1f4137"/>
  <p:tag name="KSO_WM_CHIP_FILLAREA_FILL_RULE" val="{&quot;fill_align&quot;:&quot;lm&quot;,&quot;fill_mode&quot;:&quot;adaptive&quot;,&quot;sacle_strategy&quot;:&quot;smart&quot;}"/>
  <p:tag name="KSO_WM_ASSEMBLE_CHIP_INDEX" val="f90c98eb8f6441668dee49f0471842be"/>
  <p:tag name="KSO_WM_UNIT_TEXT_FILL_FORE_SCHEMECOLOR_INDEX_BRIGHTNESS" val="0.15"/>
  <p:tag name="KSO_WM_UNIT_TEXT_FILL_FORE_SCHEMECOLOR_INDEX" val="13"/>
  <p:tag name="KSO_WM_UNIT_TEXT_FILL_TYPE" val="1"/>
  <p:tag name="KSO_WM_TEMPLATE_ASSEMBLE_XID" val="62e109617ec3138b1bb6b53d"/>
  <p:tag name="KSO_WM_TEMPLATE_ASSEMBLE_GROUPID" val="62e108497ec3138b1bb69b3e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副标题"/>
  <p:tag name="KSO_WM_UNIT_NOCLEAR" val="0"/>
  <p:tag name="KSO_WM_UNIT_VALUE" val="15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24697_1*b*1"/>
  <p:tag name="KSO_WM_TEMPLATE_CATEGORY" val="custom"/>
  <p:tag name="KSO_WM_TEMPLATE_INDEX" val="20224697"/>
  <p:tag name="KSO_WM_UNIT_LAYERLEVEL" val="1"/>
  <p:tag name="KSO_WM_TAG_VERSION" val="1.0"/>
  <p:tag name="KSO_WM_BEAUTIFY_FLAG" val="#wm#"/>
  <p:tag name="KSO_WM_UNIT_DEFAULT_FONT" val="20;26;2"/>
  <p:tag name="KSO_WM_UNIT_BLOCK" val="0"/>
  <p:tag name="KSO_WM_UNIT_SM_LIMIT_TYPE" val="2"/>
  <p:tag name="KSO_WM_UNIT_DEC_AREA_ID" val="be2f2d24e84a42cea69d38b021bc3cac"/>
  <p:tag name="KSO_WM_UNIT_DECORATE_INFO" val="{&quot;DecorateInfoH&quot;:{&quot;IsAbs&quot;:false},&quot;DecorateInfoW&quot;:{&quot;IsAbs&quot;:false},&quot;DecorateInfoX&quot;:{&quot;IsAbs&quot;:true,&quot;Pos&quot;:0},&quot;DecorateInfoY&quot;:{&quot;IsAbs&quot;:true,&quot;Pos&quot;:2},&quot;ReferentInfo&quot;:{&quot;Id&quot;:&quot;9560adcf6e7a47f48625b2aba6d70741&quot;,&quot;X&quot;:{&quot;Pos&quot;:0},&quot;Y&quot;:{&quot;Pos&quot;:0}},&quot;whChangeMode&quot;:0}"/>
  <p:tag name="KSO_WM_CHIP_GROUPID" val="6193599c18adb49c6c1f413a"/>
  <p:tag name="KSO_WM_CHIP_XID" val="6193599c18adb49c6c1f4137"/>
  <p:tag name="KSO_WM_CHIP_FILLAREA_FILL_RULE" val="{&quot;fill_align&quot;:&quot;lm&quot;,&quot;fill_mode&quot;:&quot;adaptive&quot;,&quot;sacle_strategy&quot;:&quot;smart&quot;}"/>
  <p:tag name="KSO_WM_ASSEMBLE_CHIP_INDEX" val="f90c98eb8f6441668dee49f0471842be"/>
  <p:tag name="KSO_WM_UNIT_TEXT_FILL_FORE_SCHEMECOLOR_INDEX_BRIGHTNESS" val="0.15"/>
  <p:tag name="KSO_WM_UNIT_TEXT_FILL_FORE_SCHEMECOLOR_INDEX" val="13"/>
  <p:tag name="KSO_WM_UNIT_TEXT_FILL_TYPE" val="1"/>
  <p:tag name="KSO_WM_TEMPLATE_ASSEMBLE_XID" val="62e109617ec3138b1bb6b53d"/>
  <p:tag name="KSO_WM_TEMPLATE_ASSEMBLE_GROUPID" val="62e108497ec3138b1bb69b3e"/>
</p:tagLst>
</file>

<file path=ppt/tags/tag44.xml><?xml version="1.0" encoding="utf-8"?>
<p:tagLst xmlns:p="http://schemas.openxmlformats.org/presentationml/2006/main">
  <p:tag name="KSO_WM_UNIT_SUBTYPE" val="a"/>
  <p:tag name="KSO_WM_UNIT_PRESET_TEXT" val="演讲人姓名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24697_1*f*1"/>
  <p:tag name="KSO_WM_TEMPLATE_CATEGORY" val="custom"/>
  <p:tag name="KSO_WM_TEMPLATE_INDEX" val="20224697"/>
  <p:tag name="KSO_WM_UNIT_LAYERLEVEL" val="1"/>
  <p:tag name="KSO_WM_TAG_VERSION" val="1.0"/>
  <p:tag name="KSO_WM_BEAUTIFY_FLAG" val="#wm#"/>
  <p:tag name="KSO_WM_UNIT_DEFAULT_FONT" val="18;18;2"/>
  <p:tag name="KSO_WM_UNIT_BLOCK" val="0"/>
  <p:tag name="KSO_WM_UNIT_DEC_AREA_ID" val="42cd4cbf615a4940b814ba30f4f4703a"/>
  <p:tag name="KSO_WM_CHIP_GROUPID" val="6193599c18adb49c6c1f413a"/>
  <p:tag name="KSO_WM_CHIP_XID" val="6193599c18adb49c6c1f4137"/>
  <p:tag name="KSO_WM_CHIP_FILLAREA_FILL_RULE" val="{&quot;fill_align&quot;:&quot;lm&quot;,&quot;fill_mode&quot;:&quot;adaptive&quot;,&quot;sacle_strategy&quot;:&quot;smart&quot;}"/>
  <p:tag name="KSO_WM_ASSEMBLE_CHIP_INDEX" val="f90c98eb8f6441668dee49f0471842be"/>
  <p:tag name="KSO_WM_UNIT_TEXT_FILL_FORE_SCHEMECOLOR_INDEX_BRIGHTNESS" val="0.15"/>
  <p:tag name="KSO_WM_UNIT_TEXT_FILL_FORE_SCHEMECOLOR_INDEX" val="13"/>
  <p:tag name="KSO_WM_UNIT_TEXT_FILL_TYPE" val="1"/>
  <p:tag name="KSO_WM_TEMPLATE_ASSEMBLE_XID" val="62e109617ec3138b1bb6b53d"/>
  <p:tag name="KSO_WM_TEMPLATE_ASSEMBLE_GROUPID" val="62e108497ec3138b1bb69b3e"/>
</p:tagLst>
</file>

<file path=ppt/tags/tag45.xml><?xml version="1.0" encoding="utf-8"?>
<p:tagLst xmlns:p="http://schemas.openxmlformats.org/presentationml/2006/main">
  <p:tag name="KSO_WM_UNIT_SUBTYPE" val="a"/>
  <p:tag name="KSO_WM_UNIT_PRESET_TEXT" val="202X.00.00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custom20224697_1*f*2"/>
  <p:tag name="KSO_WM_TEMPLATE_CATEGORY" val="custom"/>
  <p:tag name="KSO_WM_TEMPLATE_INDEX" val="20224697"/>
  <p:tag name="KSO_WM_UNIT_LAYERLEVEL" val="1"/>
  <p:tag name="KSO_WM_TAG_VERSION" val="1.0"/>
  <p:tag name="KSO_WM_BEAUTIFY_FLAG" val="#wm#"/>
  <p:tag name="KSO_WM_UNIT_DEFAULT_FONT" val="18;18;2"/>
  <p:tag name="KSO_WM_UNIT_BLOCK" val="0"/>
  <p:tag name="KSO_WM_UNIT_SM_LIMIT_TYPE" val="2"/>
  <p:tag name="KSO_WM_UNIT_DEC_AREA_ID" val="5050872f39584ed6b1eddbc35857dcf9"/>
  <p:tag name="KSO_WM_UNIT_DECORATE_INFO" val="{&quot;DecorateInfoH&quot;:{&quot;IsAbs&quot;:false},&quot;DecorateInfoW&quot;:{&quot;IsAbs&quot;:false},&quot;DecorateInfoX&quot;:{&quot;IsAbs&quot;:true,&quot;Pos&quot;:0},&quot;DecorateInfoY&quot;:{&quot;IsAbs&quot;:true,&quot;Pos&quot;:1},&quot;ReferentInfo&quot;:{&quot;Id&quot;:&quot;42cd4cbf615a4940b814ba30f4f4703a&quot;,&quot;X&quot;:{&quot;Pos&quot;:2},&quot;Y&quot;:{&quot;Pos&quot;:1}},&quot;whChangeMode&quot;:0}"/>
  <p:tag name="KSO_WM_CHIP_GROUPID" val="6193599c18adb49c6c1f413a"/>
  <p:tag name="KSO_WM_CHIP_XID" val="6193599c18adb49c6c1f4137"/>
  <p:tag name="KSO_WM_CHIP_FILLAREA_FILL_RULE" val="{&quot;fill_align&quot;:&quot;lm&quot;,&quot;fill_mode&quot;:&quot;adaptive&quot;,&quot;sacle_strategy&quot;:&quot;smart&quot;}"/>
  <p:tag name="KSO_WM_ASSEMBLE_CHIP_INDEX" val="f90c98eb8f6441668dee49f0471842be"/>
  <p:tag name="KSO_WM_UNIT_TEXT_FILL_FORE_SCHEMECOLOR_INDEX_BRIGHTNESS" val="0.15"/>
  <p:tag name="KSO_WM_UNIT_TEXT_FILL_FORE_SCHEMECOLOR_INDEX" val="13"/>
  <p:tag name="KSO_WM_UNIT_TEXT_FILL_TYPE" val="1"/>
  <p:tag name="KSO_WM_TEMPLATE_ASSEMBLE_XID" val="62e109617ec3138b1bb6b53d"/>
  <p:tag name="KSO_WM_TEMPLATE_ASSEMBLE_GROUPID" val="62e108497ec3138b1bb69b3e"/>
</p:tagLst>
</file>

<file path=ppt/tags/tag46.xml><?xml version="1.0" encoding="utf-8"?>
<p:tagLst xmlns:p="http://schemas.openxmlformats.org/presentationml/2006/main">
  <p:tag name="KSO_WM_UNIT_SUBTYPE" val="v"/>
  <p:tag name="KSO_WM_TEMPLATE_CATEGORY" val="chip"/>
  <p:tag name="KSO_WM_TEMPLATE_INDEX" val="20224697"/>
  <p:tag name="KSO_WM_UNIT_TYPE" val="i"/>
  <p:tag name="KSO_WM_UNIT_INDEX" val="1"/>
  <p:tag name="KSO_WM_UNIT_ID" val="chip20224697_2*i*1"/>
  <p:tag name="KSO_WM_BEAUTIFY_FLAG" val="#wm#"/>
  <p:tag name="KSO_WM_TAG_VERSION" val="1.0"/>
  <p:tag name="KSO_WM_CHIP_GROUPID" val="62e108497ec3138b1bb69b3e"/>
  <p:tag name="KSO_WM_CHIP_XID" val="62e1088b7ec3138b1bb69fe5"/>
  <p:tag name="KSO_WM_UNIT_DEC_AREA_ID" val="24f26e6a538c4aa096983fca7a820bf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04155ea6a5cb40b48354422fb2420eee"/>
</p:tagLst>
</file>

<file path=ppt/tags/tag47.xml><?xml version="1.0" encoding="utf-8"?>
<p:tagLst xmlns:p="http://schemas.openxmlformats.org/presentationml/2006/main">
  <p:tag name="KSO_WM_UNIT_SUBTYPE" val="v"/>
  <p:tag name="KSO_WM_TEMPLATE_CATEGORY" val="chip"/>
  <p:tag name="KSO_WM_TEMPLATE_INDEX" val="20224697"/>
  <p:tag name="KSO_WM_UNIT_TYPE" val="i"/>
  <p:tag name="KSO_WM_UNIT_INDEX" val="1"/>
  <p:tag name="KSO_WM_UNIT_ID" val="chip20224697_3*i*1"/>
  <p:tag name="KSO_WM_BEAUTIFY_FLAG" val="#wm#"/>
  <p:tag name="KSO_WM_TAG_VERSION" val="1.0"/>
  <p:tag name="KSO_WM_CHIP_GROUPID" val="62e108497ec3138b1bb69b3e"/>
  <p:tag name="KSO_WM_CHIP_XID" val="62e1088b7ec3138b1bb69ff3"/>
  <p:tag name="KSO_WM_UNIT_DEC_AREA_ID" val="3a518378816e4f42a0b6220a0aa3aff3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66918126149f4fa6bee75b7527c965fe"/>
</p:tagLst>
</file>

<file path=ppt/tags/tag48.xml><?xml version="1.0" encoding="utf-8"?>
<p:tagLst xmlns:p="http://schemas.openxmlformats.org/presentationml/2006/main">
  <p:tag name="KSO_WM_UNIT_SUBTYPE" val="t"/>
  <p:tag name="KSO_WM_TEMPLATE_CATEGORY" val="chip"/>
  <p:tag name="KSO_WM_TEMPLATE_INDEX" val="20224697"/>
  <p:tag name="KSO_WM_UNIT_TYPE" val="i"/>
  <p:tag name="KSO_WM_UNIT_INDEX" val="1"/>
  <p:tag name="KSO_WM_UNIT_ID" val="chip20224697_4*i*1"/>
  <p:tag name="KSO_WM_BEAUTIFY_FLAG" val="#wm#"/>
  <p:tag name="KSO_WM_TAG_VERSION" val="1.0"/>
  <p:tag name="KSO_WM_CHIP_GROUPID" val="62e108497ec3138b1bb69b3e"/>
  <p:tag name="KSO_WM_CHIP_XID" val="62e1088b7ec3138b1bb69f94"/>
  <p:tag name="KSO_WM_UNIT_DEC_AREA_ID" val="795cba1a572e42caae3dff32ca22acbe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3a0a2bd708e04e47b644b701120201fd"/>
</p:tagLst>
</file>

<file path=ppt/tags/tag49.xml><?xml version="1.0" encoding="utf-8"?>
<p:tagLst xmlns:p="http://schemas.openxmlformats.org/presentationml/2006/main">
  <p:tag name="KSO_WM_UNIT_SUBTYPE" val="t"/>
  <p:tag name="KSO_WM_TEMPLATE_CATEGORY" val="chip"/>
  <p:tag name="KSO_WM_TEMPLATE_INDEX" val="20224697"/>
  <p:tag name="KSO_WM_UNIT_TYPE" val="i"/>
  <p:tag name="KSO_WM_UNIT_INDEX" val="1"/>
  <p:tag name="KSO_WM_UNIT_ID" val="chip20224697_5*i*1"/>
  <p:tag name="KSO_WM_BEAUTIFY_FLAG" val="#wm#"/>
  <p:tag name="KSO_WM_TAG_VERSION" val="1.0"/>
  <p:tag name="KSO_WM_CHIP_GROUPID" val="62e108497ec3138b1bb69b3e"/>
  <p:tag name="KSO_WM_CHIP_XID" val="62e1088b7ec3138b1bb69fb4"/>
  <p:tag name="KSO_WM_UNIT_DEC_AREA_ID" val="2d0e0a390a7647b3bf6a349f2c95a1ea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3d9c1407724c4f9fa6b178c08800b3e4"/>
</p:tagLst>
</file>

<file path=ppt/tags/tag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5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5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55.xml><?xml version="1.0" encoding="utf-8"?>
<p:tagLst xmlns:p="http://schemas.openxmlformats.org/presentationml/2006/main">
  <p:tag name="KSO_WM_UNIT_SUBTYPE" val="v"/>
  <p:tag name="KSO_WM_TEMPLATE_CATEGORY" val="chip"/>
  <p:tag name="KSO_WM_TEMPLATE_INDEX" val="20224697"/>
  <p:tag name="KSO_WM_UNIT_TYPE" val="i"/>
  <p:tag name="KSO_WM_UNIT_INDEX" val="1"/>
  <p:tag name="KSO_WM_UNIT_ID" val="chip20224697_24*i*1"/>
  <p:tag name="KSO_WM_BEAUTIFY_FLAG" val="#wm#"/>
  <p:tag name="KSO_WM_TAG_VERSION" val="1.0"/>
  <p:tag name="KSO_WM_CHIP_GROUPID" val="62e108497ec3138b1bb69b3e"/>
  <p:tag name="KSO_WM_CHIP_XID" val="62e1088b7ec3138b1bb69f1c"/>
  <p:tag name="KSO_WM_UNIT_DEC_AREA_ID" val="29df431edef24e4284d21945bd962cc4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b9f9d285945a46a28d45b934b5f782df"/>
</p:tagLst>
</file>

<file path=ppt/tags/tag56.xml><?xml version="1.0" encoding="utf-8"?>
<p:tagLst xmlns:p="http://schemas.openxmlformats.org/presentationml/2006/main">
  <p:tag name="KSO_WM_UNIT_SUBTYPE" val="u"/>
  <p:tag name="KSO_WM_TEMPLATE_CATEGORY" val="chip"/>
  <p:tag name="KSO_WM_TEMPLATE_INDEX" val="20224697"/>
  <p:tag name="KSO_WM_UNIT_TYPE" val="i"/>
  <p:tag name="KSO_WM_UNIT_INDEX" val="1"/>
  <p:tag name="KSO_WM_UNIT_ID" val="chip20224697_25*i*1"/>
  <p:tag name="KSO_WM_BEAUTIFY_FLAG" val="#wm#"/>
  <p:tag name="KSO_WM_TAG_VERSION" val="1.0"/>
  <p:tag name="KSO_WM_CHIP_GROUPID" val="62e108497ec3138b1bb69b3e"/>
  <p:tag name="KSO_WM_CHIP_XID" val="62e1088b7ec3138b1bb69efc"/>
  <p:tag name="KSO_WM_UNIT_DEC_AREA_ID" val="001412ff011342fbbea3e00f9338cdcd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992b841c32f43d7b8725db3d16b7620"/>
</p:tagLst>
</file>

<file path=ppt/tags/tag57.xml><?xml version="1.0" encoding="utf-8"?>
<p:tagLst xmlns:p="http://schemas.openxmlformats.org/presentationml/2006/main">
  <p:tag name="KSO_WM_UNIT_SUBTYPE" val="u"/>
  <p:tag name="KSO_WM_TEMPLATE_CATEGORY" val="chip"/>
  <p:tag name="KSO_WM_TEMPLATE_INDEX" val="20224697"/>
  <p:tag name="KSO_WM_UNIT_TYPE" val="i"/>
  <p:tag name="KSO_WM_UNIT_INDEX" val="1"/>
  <p:tag name="KSO_WM_UNIT_ID" val="chip20224697_26*i*1"/>
  <p:tag name="KSO_WM_BEAUTIFY_FLAG" val="#wm#"/>
  <p:tag name="KSO_WM_TAG_VERSION" val="1.0"/>
  <p:tag name="KSO_WM_CHIP_GROUPID" val="62e108497ec3138b1bb69b3e"/>
  <p:tag name="KSO_WM_CHIP_XID" val="62e1088b7ec3138b1bb69f02"/>
  <p:tag name="KSO_WM_UNIT_DEC_AREA_ID" val="35cfae38ea4a43bcad580a17725ecb2a"/>
  <p:tag name="KSO_WM_CHIP_FILLAREA_FILL_RULE" val="{&quot;fill_align&quot;:&quot;c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3c07e6c7cd874408b2f3fbcdbe149e95"/>
</p:tagLst>
</file>

<file path=ppt/tags/tag5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5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1.xml><?xml version="1.0" encoding="utf-8"?>
<p:tagLst xmlns:p="http://schemas.openxmlformats.org/presentationml/2006/main">
  <p:tag name="KSO_WM_UNIT_BLOCK" val="0"/>
  <p:tag name="KSO_WM_UNIT_DEC_AREA_ID" val="a8b3b4bf7636480a8ad93ccab7a3582b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24697_1*i*1"/>
  <p:tag name="KSO_WM_TEMPLATE_CATEGORY" val="custom"/>
  <p:tag name="KSO_WM_TEMPLATE_INDEX" val="20224697"/>
  <p:tag name="KSO_WM_UNIT_LAYERLEVEL" val="1"/>
  <p:tag name="KSO_WM_TAG_VERSION" val="1.0"/>
  <p:tag name="KSO_WM_BEAUTIFY_FLAG" val="#wm#"/>
  <p:tag name="KSO_WM_UNIT_SM_LIMIT_TYPE" val="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0},&quot;ReferentInfo&quot;:{&quot;Id&quot;:&quot;423d14195b2944259e0df3f646a55d6e&quot;,&quot;X&quot;:{&quot;Pos&quot;:1},&quot;Y&quot;:{&quot;Pos&quot;:2}},&quot;whChangeMode&quot;:0}"/>
  <p:tag name="KSO_WM_CHIP_GROUPID" val="6246a7ba9c756053c49268f6"/>
  <p:tag name="KSO_WM_CHIP_XID" val="6246a7ba9c756053c49268f5"/>
  <p:tag name="KSO_WM_CHIP_FILLAREA_FILL_RULE" val="{&quot;fill_align&quot;:&quot;cm&quot;,&quot;fill_mode&quot;:&quot;adaptive&quot;,&quot;sacle_strategy&quot;:&quot;smart&quot;}"/>
  <p:tag name="KSO_WM_UNIT_DEC_SUPPORTCHANGEPIC" val="0"/>
  <p:tag name="KSO_WM_UNIT_DEC_CHANGEPICRESERVED" val="0"/>
  <p:tag name="KSO_WM_ASSEMBLE_CHIP_INDEX" val="53f82ac80435451d96173f09fe927b6d"/>
  <p:tag name="KSO_WM_UNIT_FILL_FORE_SCHEMECOLOR_INDEX_BRIGHTNESS" val="-0.25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TEMPLATE_ASSEMBLE_XID" val="62e109617ec3138b1bb6b4fe"/>
  <p:tag name="KSO_WM_TEMPLATE_ASSEMBLE_GROUPID" val="62e108497ec3138b1bb69b3e"/>
</p:tagLst>
</file>

<file path=ppt/tags/tag62.xml><?xml version="1.0" encoding="utf-8"?>
<p:tagLst xmlns:p="http://schemas.openxmlformats.org/presentationml/2006/main">
  <p:tag name="KSO_WM_UNIT_DEFAULT_FONT" val="60;66;2"/>
  <p:tag name="KSO_WM_UNIT_BLOCK" val="0"/>
  <p:tag name="KSO_WM_UNIT_DEC_AREA_ID" val="423d14195b2944259e0df3f646a55d6e"/>
  <p:tag name="KSO_WM_UNIT_ISCONTENTSTITLE" val="0"/>
  <p:tag name="KSO_WM_UNIT_ISNUMDGMTITLE" val="0"/>
  <p:tag name="KSO_WM_UNIT_PRESET_TEXT" val="单击此处添加标题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4697_1*a*1"/>
  <p:tag name="KSO_WM_TEMPLATE_CATEGORY" val="custom"/>
  <p:tag name="KSO_WM_TEMPLATE_INDEX" val="20224697"/>
  <p:tag name="KSO_WM_UNIT_LAYERLEVEL" val="1"/>
  <p:tag name="KSO_WM_TAG_VERSION" val="1.0"/>
  <p:tag name="KSO_WM_BEAUTIFY_FLAG" val="#wm#"/>
  <p:tag name="KSO_WM_CHIP_GROUPID" val="6246a7ba9c756053c49268f6"/>
  <p:tag name="KSO_WM_CHIP_XID" val="6246a7ba9c756053c49268f5"/>
  <p:tag name="KSO_WM_CHIP_FILLAREA_FILL_RULE" val="{&quot;fill_align&quot;:&quot;cm&quot;,&quot;fill_mode&quot;:&quot;adaptive&quot;,&quot;sacle_strategy&quot;:&quot;smart&quot;}"/>
  <p:tag name="KSO_WM_ASSEMBLE_CHIP_INDEX" val="53f82ac80435451d96173f09fe927b6d"/>
  <p:tag name="KSO_WM_UNIT_TEXT_FILL_FORE_SCHEMECOLOR_INDEX_BRIGHTNESS" val="0.15"/>
  <p:tag name="KSO_WM_UNIT_TEXT_FILL_FORE_SCHEMECOLOR_INDEX" val="13"/>
  <p:tag name="KSO_WM_UNIT_TEXT_FILL_TYPE" val="1"/>
  <p:tag name="KSO_WM_TEMPLATE_ASSEMBLE_XID" val="62e109617ec3138b1bb6b4fe"/>
  <p:tag name="KSO_WM_TEMPLATE_ASSEMBLE_GROUPID" val="62e108497ec3138b1bb69b3e"/>
</p:tagLst>
</file>

<file path=ppt/tags/tag63.xml><?xml version="1.0" encoding="utf-8"?>
<p:tagLst xmlns:p="http://schemas.openxmlformats.org/presentationml/2006/main">
  <p:tag name="KSO_WM_UNIT_DEFAULT_FONT" val="36;40;2"/>
  <p:tag name="KSO_WM_UNIT_BLOCK" val="0"/>
  <p:tag name="KSO_WM_UNIT_DEC_AREA_ID" val="e17495655947480bafe3342e7852ad08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24697_1*b*1"/>
  <p:tag name="KSO_WM_TEMPLATE_CATEGORY" val="custom"/>
  <p:tag name="KSO_WM_TEMPLATE_INDEX" val="20224697"/>
  <p:tag name="KSO_WM_UNIT_LAYERLEVEL" val="1"/>
  <p:tag name="KSO_WM_TAG_VERSION" val="1.0"/>
  <p:tag name="KSO_WM_BEAUTIFY_FLAG" val="#wm#"/>
  <p:tag name="KSO_WM_CHIP_GROUPID" val="6246a7ba9c756053c49268f6"/>
  <p:tag name="KSO_WM_CHIP_XID" val="6246a7ba9c756053c49268f5"/>
  <p:tag name="KSO_WM_CHIP_FILLAREA_FILL_RULE" val="{&quot;fill_align&quot;:&quot;cm&quot;,&quot;fill_mode&quot;:&quot;adaptive&quot;,&quot;sacle_strategy&quot;:&quot;smart&quot;}"/>
  <p:tag name="KSO_WM_ASSEMBLE_CHIP_INDEX" val="53f82ac80435451d96173f09fe927b6d"/>
  <p:tag name="KSO_WM_UNIT_TEXT_FILL_FORE_SCHEMECOLOR_INDEX_BRIGHTNESS" val="0.15"/>
  <p:tag name="KSO_WM_UNIT_TEXT_FILL_FORE_SCHEMECOLOR_INDEX" val="13"/>
  <p:tag name="KSO_WM_UNIT_TEXT_FILL_TYPE" val="1"/>
  <p:tag name="KSO_WM_TEMPLATE_ASSEMBLE_XID" val="62e109617ec3138b1bb6b4fe"/>
  <p:tag name="KSO_WM_TEMPLATE_ASSEMBLE_GROUPID" val="62e108497ec3138b1bb69b3e"/>
</p:tagLst>
</file>

<file path=ppt/tags/tag64.xml><?xml version="1.0" encoding="utf-8"?>
<p:tagLst xmlns:p="http://schemas.openxmlformats.org/presentationml/2006/main">
  <p:tag name="KSO_WM_UNIT_SUBTYPE" val="v"/>
  <p:tag name="KSO_WM_TEMPLATE_CATEGORY" val="chip"/>
  <p:tag name="KSO_WM_TEMPLATE_INDEX" val="20224697"/>
  <p:tag name="KSO_WM_UNIT_TYPE" val="i"/>
  <p:tag name="KSO_WM_UNIT_INDEX" val="1"/>
  <p:tag name="KSO_WM_UNIT_ID" val="chip20224697_2*i*1"/>
  <p:tag name="KSO_WM_BEAUTIFY_FLAG" val="#wm#"/>
  <p:tag name="KSO_WM_TAG_VERSION" val="1.0"/>
  <p:tag name="KSO_WM_CHIP_GROUPID" val="62e108497ec3138b1bb69b3e"/>
  <p:tag name="KSO_WM_CHIP_XID" val="62e1088b7ec3138b1bb69fe5"/>
  <p:tag name="KSO_WM_UNIT_DEC_AREA_ID" val="24f26e6a538c4aa096983fca7a820bf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04155ea6a5cb40b48354422fb2420eee"/>
</p:tagLst>
</file>

<file path=ppt/tags/tag65.xml><?xml version="1.0" encoding="utf-8"?>
<p:tagLst xmlns:p="http://schemas.openxmlformats.org/presentationml/2006/main">
  <p:tag name="KSO_WM_UNIT_SUBTYPE" val="v"/>
  <p:tag name="KSO_WM_TEMPLATE_CATEGORY" val="chip"/>
  <p:tag name="KSO_WM_TEMPLATE_INDEX" val="20224697"/>
  <p:tag name="KSO_WM_UNIT_TYPE" val="i"/>
  <p:tag name="KSO_WM_UNIT_INDEX" val="1"/>
  <p:tag name="KSO_WM_UNIT_ID" val="chip20224697_3*i*1"/>
  <p:tag name="KSO_WM_BEAUTIFY_FLAG" val="#wm#"/>
  <p:tag name="KSO_WM_TAG_VERSION" val="1.0"/>
  <p:tag name="KSO_WM_CHIP_GROUPID" val="62e108497ec3138b1bb69b3e"/>
  <p:tag name="KSO_WM_CHIP_XID" val="62e1088b7ec3138b1bb69ff3"/>
  <p:tag name="KSO_WM_UNIT_DEC_AREA_ID" val="3a518378816e4f42a0b6220a0aa3aff3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66918126149f4fa6bee75b7527c965fe"/>
</p:tagLst>
</file>

<file path=ppt/tags/tag66.xml><?xml version="1.0" encoding="utf-8"?>
<p:tagLst xmlns:p="http://schemas.openxmlformats.org/presentationml/2006/main">
  <p:tag name="KSO_WM_UNIT_SUBTYPE" val="t"/>
  <p:tag name="KSO_WM_TEMPLATE_CATEGORY" val="chip"/>
  <p:tag name="KSO_WM_TEMPLATE_INDEX" val="20224697"/>
  <p:tag name="KSO_WM_UNIT_TYPE" val="i"/>
  <p:tag name="KSO_WM_UNIT_INDEX" val="1"/>
  <p:tag name="KSO_WM_UNIT_ID" val="chip20224697_4*i*1"/>
  <p:tag name="KSO_WM_BEAUTIFY_FLAG" val="#wm#"/>
  <p:tag name="KSO_WM_TAG_VERSION" val="1.0"/>
  <p:tag name="KSO_WM_CHIP_GROUPID" val="62e108497ec3138b1bb69b3e"/>
  <p:tag name="KSO_WM_CHIP_XID" val="62e1088b7ec3138b1bb69f94"/>
  <p:tag name="KSO_WM_UNIT_DEC_AREA_ID" val="795cba1a572e42caae3dff32ca22acbe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3a0a2bd708e04e47b644b701120201fd"/>
</p:tagLst>
</file>

<file path=ppt/tags/tag67.xml><?xml version="1.0" encoding="utf-8"?>
<p:tagLst xmlns:p="http://schemas.openxmlformats.org/presentationml/2006/main">
  <p:tag name="KSO_WM_UNIT_SUBTYPE" val="t"/>
  <p:tag name="KSO_WM_TEMPLATE_CATEGORY" val="chip"/>
  <p:tag name="KSO_WM_TEMPLATE_INDEX" val="20224697"/>
  <p:tag name="KSO_WM_UNIT_TYPE" val="i"/>
  <p:tag name="KSO_WM_UNIT_INDEX" val="1"/>
  <p:tag name="KSO_WM_UNIT_ID" val="chip20224697_5*i*1"/>
  <p:tag name="KSO_WM_BEAUTIFY_FLAG" val="#wm#"/>
  <p:tag name="KSO_WM_TAG_VERSION" val="1.0"/>
  <p:tag name="KSO_WM_CHIP_GROUPID" val="62e108497ec3138b1bb69b3e"/>
  <p:tag name="KSO_WM_CHIP_XID" val="62e1088b7ec3138b1bb69fb4"/>
  <p:tag name="KSO_WM_UNIT_DEC_AREA_ID" val="2d0e0a390a7647b3bf6a349f2c95a1ea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3d9c1407724c4f9fa6b178c08800b3e4"/>
</p:tagLst>
</file>

<file path=ppt/tags/tag6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4.xml><?xml version="1.0" encoding="utf-8"?>
<p:tagLst xmlns:p="http://schemas.openxmlformats.org/presentationml/2006/main">
  <p:tag name="KSO_WM_UNIT_SUBTYPE" val="v"/>
  <p:tag name="KSO_WM_TEMPLATE_CATEGORY" val="chip"/>
  <p:tag name="KSO_WM_TEMPLATE_INDEX" val="20224697"/>
  <p:tag name="KSO_WM_UNIT_TYPE" val="i"/>
  <p:tag name="KSO_WM_UNIT_INDEX" val="1"/>
  <p:tag name="KSO_WM_UNIT_ID" val="chip20224697_2*i*1"/>
  <p:tag name="KSO_WM_BEAUTIFY_FLAG" val="#wm#"/>
  <p:tag name="KSO_WM_TAG_VERSION" val="1.0"/>
  <p:tag name="KSO_WM_CHIP_GROUPID" val="62e108497ec3138b1bb69b3e"/>
  <p:tag name="KSO_WM_CHIP_XID" val="62e1088b7ec3138b1bb69fe5"/>
  <p:tag name="KSO_WM_UNIT_DEC_AREA_ID" val="24f26e6a538c4aa096983fca7a820bf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04155ea6a5cb40b48354422fb2420eee"/>
</p:tagLst>
</file>

<file path=ppt/tags/tag75.xml><?xml version="1.0" encoding="utf-8"?>
<p:tagLst xmlns:p="http://schemas.openxmlformats.org/presentationml/2006/main">
  <p:tag name="KSO_WM_UNIT_SUBTYPE" val="v"/>
  <p:tag name="KSO_WM_TEMPLATE_CATEGORY" val="chip"/>
  <p:tag name="KSO_WM_TEMPLATE_INDEX" val="20224697"/>
  <p:tag name="KSO_WM_UNIT_TYPE" val="i"/>
  <p:tag name="KSO_WM_UNIT_INDEX" val="1"/>
  <p:tag name="KSO_WM_UNIT_ID" val="chip20224697_3*i*1"/>
  <p:tag name="KSO_WM_BEAUTIFY_FLAG" val="#wm#"/>
  <p:tag name="KSO_WM_TAG_VERSION" val="1.0"/>
  <p:tag name="KSO_WM_CHIP_GROUPID" val="62e108497ec3138b1bb69b3e"/>
  <p:tag name="KSO_WM_CHIP_XID" val="62e1088b7ec3138b1bb69ff3"/>
  <p:tag name="KSO_WM_UNIT_DEC_AREA_ID" val="3a518378816e4f42a0b6220a0aa3aff3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66918126149f4fa6bee75b7527c965fe"/>
</p:tagLst>
</file>

<file path=ppt/tags/tag76.xml><?xml version="1.0" encoding="utf-8"?>
<p:tagLst xmlns:p="http://schemas.openxmlformats.org/presentationml/2006/main">
  <p:tag name="KSO_WM_UNIT_SUBTYPE" val="t"/>
  <p:tag name="KSO_WM_TEMPLATE_CATEGORY" val="chip"/>
  <p:tag name="KSO_WM_TEMPLATE_INDEX" val="20224697"/>
  <p:tag name="KSO_WM_UNIT_TYPE" val="i"/>
  <p:tag name="KSO_WM_UNIT_INDEX" val="1"/>
  <p:tag name="KSO_WM_UNIT_ID" val="chip20224697_4*i*1"/>
  <p:tag name="KSO_WM_BEAUTIFY_FLAG" val="#wm#"/>
  <p:tag name="KSO_WM_TAG_VERSION" val="1.0"/>
  <p:tag name="KSO_WM_CHIP_GROUPID" val="62e108497ec3138b1bb69b3e"/>
  <p:tag name="KSO_WM_CHIP_XID" val="62e1088b7ec3138b1bb69f94"/>
  <p:tag name="KSO_WM_UNIT_DEC_AREA_ID" val="795cba1a572e42caae3dff32ca22acbe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3a0a2bd708e04e47b644b701120201fd"/>
</p:tagLst>
</file>

<file path=ppt/tags/tag77.xml><?xml version="1.0" encoding="utf-8"?>
<p:tagLst xmlns:p="http://schemas.openxmlformats.org/presentationml/2006/main">
  <p:tag name="KSO_WM_UNIT_SUBTYPE" val="t"/>
  <p:tag name="KSO_WM_TEMPLATE_CATEGORY" val="chip"/>
  <p:tag name="KSO_WM_TEMPLATE_INDEX" val="20224697"/>
  <p:tag name="KSO_WM_UNIT_TYPE" val="i"/>
  <p:tag name="KSO_WM_UNIT_INDEX" val="1"/>
  <p:tag name="KSO_WM_UNIT_ID" val="chip20224697_5*i*1"/>
  <p:tag name="KSO_WM_BEAUTIFY_FLAG" val="#wm#"/>
  <p:tag name="KSO_WM_TAG_VERSION" val="1.0"/>
  <p:tag name="KSO_WM_CHIP_GROUPID" val="62e108497ec3138b1bb69b3e"/>
  <p:tag name="KSO_WM_CHIP_XID" val="62e1088b7ec3138b1bb69fb4"/>
  <p:tag name="KSO_WM_UNIT_DEC_AREA_ID" val="2d0e0a390a7647b3bf6a349f2c95a1ea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3d9c1407724c4f9fa6b178c08800b3e4"/>
</p:tagLst>
</file>

<file path=ppt/tags/tag7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8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8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86.xml><?xml version="1.0" encoding="utf-8"?>
<p:tagLst xmlns:p="http://schemas.openxmlformats.org/presentationml/2006/main">
  <p:tag name="KSO_WM_UNIT_SUBTYPE" val="v"/>
  <p:tag name="KSO_WM_TEMPLATE_CATEGORY" val="chip"/>
  <p:tag name="KSO_WM_TEMPLATE_INDEX" val="20224697"/>
  <p:tag name="KSO_WM_UNIT_TYPE" val="i"/>
  <p:tag name="KSO_WM_UNIT_INDEX" val="1"/>
  <p:tag name="KSO_WM_UNIT_ID" val="chip20224697_7*i*1"/>
  <p:tag name="KSO_WM_BEAUTIFY_FLAG" val="#wm#"/>
  <p:tag name="KSO_WM_TAG_VERSION" val="1.0"/>
  <p:tag name="KSO_WM_CHIP_GROUPID" val="62e108497ec3138b1bb69b3e"/>
  <p:tag name="KSO_WM_CHIP_XID" val="62e1088b7ec3138b1bb69c3a"/>
  <p:tag name="KSO_WM_UNIT_DEC_AREA_ID" val="6cfa18dbc0554dd1ba54424cc526f2e7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b39aa714e57c44da8545ff9a8284643a"/>
</p:tagLst>
</file>

<file path=ppt/tags/tag87.xml><?xml version="1.0" encoding="utf-8"?>
<p:tagLst xmlns:p="http://schemas.openxmlformats.org/presentationml/2006/main">
  <p:tag name="KSO_WM_UNIT_SUBTYPE" val="w"/>
  <p:tag name="KSO_WM_TEMPLATE_CATEGORY" val="chip"/>
  <p:tag name="KSO_WM_TEMPLATE_INDEX" val="20224697"/>
  <p:tag name="KSO_WM_UNIT_TYPE" val="i"/>
  <p:tag name="KSO_WM_UNIT_INDEX" val="1"/>
  <p:tag name="KSO_WM_UNIT_ID" val="chip20224697_9*i*1"/>
  <p:tag name="KSO_WM_BEAUTIFY_FLAG" val="#wm#"/>
  <p:tag name="KSO_WM_TAG_VERSION" val="1.0"/>
  <p:tag name="KSO_WM_CHIP_GROUPID" val="62e108497ec3138b1bb69b3e"/>
  <p:tag name="KSO_WM_CHIP_XID" val="62e1088b7ec3138b1bb69bd1"/>
  <p:tag name="KSO_WM_UNIT_DEC_AREA_ID" val="8ab2af939048494884271ebb6952117d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1a9c863893a1472a878fac9ab5da189d"/>
</p:tagLst>
</file>

<file path=ppt/tags/tag88.xml><?xml version="1.0" encoding="utf-8"?>
<p:tagLst xmlns:p="http://schemas.openxmlformats.org/presentationml/2006/main">
  <p:tag name="KSO_WM_UNIT_SUBTYPE" val="u"/>
  <p:tag name="KSO_WM_TEMPLATE_CATEGORY" val="chip"/>
  <p:tag name="KSO_WM_TEMPLATE_INDEX" val="20224697"/>
  <p:tag name="KSO_WM_UNIT_TYPE" val="i"/>
  <p:tag name="KSO_WM_UNIT_INDEX" val="1"/>
  <p:tag name="KSO_WM_UNIT_ID" val="chip20224697_8*i*1"/>
  <p:tag name="KSO_WM_BEAUTIFY_FLAG" val="#wm#"/>
  <p:tag name="KSO_WM_TAG_VERSION" val="1.0"/>
  <p:tag name="KSO_WM_CHIP_GROUPID" val="62e108497ec3138b1bb69b3e"/>
  <p:tag name="KSO_WM_CHIP_XID" val="62e1088b7ec3138b1bb69c0d"/>
  <p:tag name="KSO_WM_UNIT_DEC_AREA_ID" val="608600a79b06439791cbd4bf52b055ac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4ed7b2f26b3e43e8b97d74a5d86ae863"/>
</p:tagLst>
</file>

<file path=ppt/tags/tag89.xml><?xml version="1.0" encoding="utf-8"?>
<p:tagLst xmlns:p="http://schemas.openxmlformats.org/presentationml/2006/main">
  <p:tag name="KSO_WM_UNIT_SUBTYPE" val="u"/>
  <p:tag name="KSO_WM_TEMPLATE_CATEGORY" val="chip"/>
  <p:tag name="KSO_WM_TEMPLATE_INDEX" val="20224697"/>
  <p:tag name="KSO_WM_UNIT_TYPE" val="i"/>
  <p:tag name="KSO_WM_UNIT_INDEX" val="1"/>
  <p:tag name="KSO_WM_UNIT_ID" val="chip20224697_10*i*1"/>
  <p:tag name="KSO_WM_BEAUTIFY_FLAG" val="#wm#"/>
  <p:tag name="KSO_WM_TAG_VERSION" val="1.0"/>
  <p:tag name="KSO_WM_CHIP_GROUPID" val="62e108497ec3138b1bb69b3e"/>
  <p:tag name="KSO_WM_CHIP_XID" val="62e1088b7ec3138b1bb69c17"/>
  <p:tag name="KSO_WM_UNIT_DEC_AREA_ID" val="4978129b2f6a47f4bf8242048b26c179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4780cda080f45f49d439c0e8f169fb9"/>
</p:tagLst>
</file>

<file path=ppt/tags/tag9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9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9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9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9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9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97.xml><?xml version="1.0" encoding="utf-8"?>
<p:tagLst xmlns:p="http://schemas.openxmlformats.org/presentationml/2006/main">
  <p:tag name="KSO_WM_UNIT_SUBTYPE" val="v"/>
  <p:tag name="KSO_WM_TEMPLATE_CATEGORY" val="chip"/>
  <p:tag name="KSO_WM_TEMPLATE_INDEX" val="20224697"/>
  <p:tag name="KSO_WM_UNIT_TYPE" val="i"/>
  <p:tag name="KSO_WM_UNIT_INDEX" val="1"/>
  <p:tag name="KSO_WM_UNIT_ID" val="chip20224697_2*i*1"/>
  <p:tag name="KSO_WM_BEAUTIFY_FLAG" val="#wm#"/>
  <p:tag name="KSO_WM_TAG_VERSION" val="1.0"/>
  <p:tag name="KSO_WM_CHIP_GROUPID" val="62e108497ec3138b1bb69b3e"/>
  <p:tag name="KSO_WM_CHIP_XID" val="62e1088b7ec3138b1bb69fe5"/>
  <p:tag name="KSO_WM_UNIT_DEC_AREA_ID" val="24f26e6a538c4aa096983fca7a820bf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04155ea6a5cb40b48354422fb2420eee"/>
</p:tagLst>
</file>

<file path=ppt/tags/tag98.xml><?xml version="1.0" encoding="utf-8"?>
<p:tagLst xmlns:p="http://schemas.openxmlformats.org/presentationml/2006/main">
  <p:tag name="KSO_WM_UNIT_SUBTYPE" val="v"/>
  <p:tag name="KSO_WM_TEMPLATE_CATEGORY" val="chip"/>
  <p:tag name="KSO_WM_TEMPLATE_INDEX" val="20224697"/>
  <p:tag name="KSO_WM_UNIT_TYPE" val="i"/>
  <p:tag name="KSO_WM_UNIT_INDEX" val="1"/>
  <p:tag name="KSO_WM_UNIT_ID" val="chip20224697_3*i*1"/>
  <p:tag name="KSO_WM_BEAUTIFY_FLAG" val="#wm#"/>
  <p:tag name="KSO_WM_TAG_VERSION" val="1.0"/>
  <p:tag name="KSO_WM_CHIP_GROUPID" val="62e108497ec3138b1bb69b3e"/>
  <p:tag name="KSO_WM_CHIP_XID" val="62e1088b7ec3138b1bb69ff3"/>
  <p:tag name="KSO_WM_UNIT_DEC_AREA_ID" val="3a518378816e4f42a0b6220a0aa3aff3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66918126149f4fa6bee75b7527c965fe"/>
</p:tagLst>
</file>

<file path=ppt/tags/tag99.xml><?xml version="1.0" encoding="utf-8"?>
<p:tagLst xmlns:p="http://schemas.openxmlformats.org/presentationml/2006/main">
  <p:tag name="KSO_WM_UNIT_SUBTYPE" val="t"/>
  <p:tag name="KSO_WM_TEMPLATE_CATEGORY" val="chip"/>
  <p:tag name="KSO_WM_TEMPLATE_INDEX" val="20224697"/>
  <p:tag name="KSO_WM_UNIT_TYPE" val="i"/>
  <p:tag name="KSO_WM_UNIT_INDEX" val="1"/>
  <p:tag name="KSO_WM_UNIT_ID" val="chip20224697_4*i*1"/>
  <p:tag name="KSO_WM_BEAUTIFY_FLAG" val="#wm#"/>
  <p:tag name="KSO_WM_TAG_VERSION" val="1.0"/>
  <p:tag name="KSO_WM_CHIP_GROUPID" val="62e108497ec3138b1bb69b3e"/>
  <p:tag name="KSO_WM_CHIP_XID" val="62e1088b7ec3138b1bb69f94"/>
  <p:tag name="KSO_WM_UNIT_DEC_AREA_ID" val="795cba1a572e42caae3dff32ca22acbe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3a0a2bd708e04e47b644b701120201fd"/>
</p:tagLst>
</file>

<file path=ppt/tags/tag100.xml><?xml version="1.0" encoding="utf-8"?>
<p:tagLst xmlns:p="http://schemas.openxmlformats.org/presentationml/2006/main">
  <p:tag name="KSO_WM_UNIT_SUBTYPE" val="t"/>
  <p:tag name="KSO_WM_TEMPLATE_CATEGORY" val="chip"/>
  <p:tag name="KSO_WM_TEMPLATE_INDEX" val="20224697"/>
  <p:tag name="KSO_WM_UNIT_TYPE" val="i"/>
  <p:tag name="KSO_WM_UNIT_INDEX" val="1"/>
  <p:tag name="KSO_WM_UNIT_ID" val="chip20224697_5*i*1"/>
  <p:tag name="KSO_WM_BEAUTIFY_FLAG" val="#wm#"/>
  <p:tag name="KSO_WM_TAG_VERSION" val="1.0"/>
  <p:tag name="KSO_WM_CHIP_GROUPID" val="62e108497ec3138b1bb69b3e"/>
  <p:tag name="KSO_WM_CHIP_XID" val="62e1088b7ec3138b1bb69fb4"/>
  <p:tag name="KSO_WM_UNIT_DEC_AREA_ID" val="2d0e0a390a7647b3bf6a349f2c95a1ea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3d9c1407724c4f9fa6b178c08800b3e4"/>
</p:tagLst>
</file>

<file path=ppt/tags/tag1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0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0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07.xml><?xml version="1.0" encoding="utf-8"?>
<p:tagLst xmlns:p="http://schemas.openxmlformats.org/presentationml/2006/main">
  <p:tag name="KSO_WM_UNIT_SUBTYPE" val="v"/>
  <p:tag name="KSO_WM_TEMPLATE_CATEGORY" val="chip"/>
  <p:tag name="KSO_WM_TEMPLATE_INDEX" val="20224697"/>
  <p:tag name="KSO_WM_UNIT_TYPE" val="i"/>
  <p:tag name="KSO_WM_UNIT_INDEX" val="1"/>
  <p:tag name="KSO_WM_UNIT_ID" val="chip20224697_2*i*1"/>
  <p:tag name="KSO_WM_BEAUTIFY_FLAG" val="#wm#"/>
  <p:tag name="KSO_WM_TAG_VERSION" val="1.0"/>
  <p:tag name="KSO_WM_CHIP_GROUPID" val="62e108497ec3138b1bb69b3e"/>
  <p:tag name="KSO_WM_CHIP_XID" val="62e1088b7ec3138b1bb69fe5"/>
  <p:tag name="KSO_WM_UNIT_DEC_AREA_ID" val="24f26e6a538c4aa096983fca7a820bf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04155ea6a5cb40b48354422fb2420eee"/>
</p:tagLst>
</file>

<file path=ppt/tags/tag108.xml><?xml version="1.0" encoding="utf-8"?>
<p:tagLst xmlns:p="http://schemas.openxmlformats.org/presentationml/2006/main">
  <p:tag name="KSO_WM_UNIT_SUBTYPE" val="v"/>
  <p:tag name="KSO_WM_TEMPLATE_CATEGORY" val="chip"/>
  <p:tag name="KSO_WM_TEMPLATE_INDEX" val="20224697"/>
  <p:tag name="KSO_WM_UNIT_TYPE" val="i"/>
  <p:tag name="KSO_WM_UNIT_INDEX" val="1"/>
  <p:tag name="KSO_WM_UNIT_ID" val="chip20224697_3*i*1"/>
  <p:tag name="KSO_WM_BEAUTIFY_FLAG" val="#wm#"/>
  <p:tag name="KSO_WM_TAG_VERSION" val="1.0"/>
  <p:tag name="KSO_WM_CHIP_GROUPID" val="62e108497ec3138b1bb69b3e"/>
  <p:tag name="KSO_WM_CHIP_XID" val="62e1088b7ec3138b1bb69ff3"/>
  <p:tag name="KSO_WM_UNIT_DEC_AREA_ID" val="3a518378816e4f42a0b6220a0aa3aff3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66918126149f4fa6bee75b7527c965fe"/>
</p:tagLst>
</file>

<file path=ppt/tags/tag109.xml><?xml version="1.0" encoding="utf-8"?>
<p:tagLst xmlns:p="http://schemas.openxmlformats.org/presentationml/2006/main">
  <p:tag name="KSO_WM_UNIT_SUBTYPE" val="t"/>
  <p:tag name="KSO_WM_TEMPLATE_CATEGORY" val="chip"/>
  <p:tag name="KSO_WM_TEMPLATE_INDEX" val="20224697"/>
  <p:tag name="KSO_WM_UNIT_TYPE" val="i"/>
  <p:tag name="KSO_WM_UNIT_INDEX" val="1"/>
  <p:tag name="KSO_WM_UNIT_ID" val="chip20224697_4*i*1"/>
  <p:tag name="KSO_WM_BEAUTIFY_FLAG" val="#wm#"/>
  <p:tag name="KSO_WM_TAG_VERSION" val="1.0"/>
  <p:tag name="KSO_WM_CHIP_GROUPID" val="62e108497ec3138b1bb69b3e"/>
  <p:tag name="KSO_WM_CHIP_XID" val="62e1088b7ec3138b1bb69f94"/>
  <p:tag name="KSO_WM_UNIT_DEC_AREA_ID" val="795cba1a572e42caae3dff32ca22acbe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3a0a2bd708e04e47b644b701120201fd"/>
</p:tagLst>
</file>

<file path=ppt/tags/tag110.xml><?xml version="1.0" encoding="utf-8"?>
<p:tagLst xmlns:p="http://schemas.openxmlformats.org/presentationml/2006/main">
  <p:tag name="KSO_WM_UNIT_SUBTYPE" val="t"/>
  <p:tag name="KSO_WM_TEMPLATE_CATEGORY" val="chip"/>
  <p:tag name="KSO_WM_TEMPLATE_INDEX" val="20224697"/>
  <p:tag name="KSO_WM_UNIT_TYPE" val="i"/>
  <p:tag name="KSO_WM_UNIT_INDEX" val="1"/>
  <p:tag name="KSO_WM_UNIT_ID" val="chip20224697_5*i*1"/>
  <p:tag name="KSO_WM_BEAUTIFY_FLAG" val="#wm#"/>
  <p:tag name="KSO_WM_TAG_VERSION" val="1.0"/>
  <p:tag name="KSO_WM_CHIP_GROUPID" val="62e108497ec3138b1bb69b3e"/>
  <p:tag name="KSO_WM_CHIP_XID" val="62e1088b7ec3138b1bb69fb4"/>
  <p:tag name="KSO_WM_UNIT_DEC_AREA_ID" val="2d0e0a390a7647b3bf6a349f2c95a1ea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3d9c1407724c4f9fa6b178c08800b3e4"/>
</p:tagLst>
</file>

<file path=ppt/tags/tag1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1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1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16.xml><?xml version="1.0" encoding="utf-8"?>
<p:tagLst xmlns:p="http://schemas.openxmlformats.org/presentationml/2006/main">
  <p:tag name="KSO_WM_UNIT_SUBTYPE" val="v"/>
  <p:tag name="KSO_WM_TEMPLATE_CATEGORY" val="chip"/>
  <p:tag name="KSO_WM_TEMPLATE_INDEX" val="20224697"/>
  <p:tag name="KSO_WM_UNIT_TYPE" val="i"/>
  <p:tag name="KSO_WM_UNIT_INDEX" val="1"/>
  <p:tag name="KSO_WM_UNIT_ID" val="chip20224697_2*i*1"/>
  <p:tag name="KSO_WM_BEAUTIFY_FLAG" val="#wm#"/>
  <p:tag name="KSO_WM_TAG_VERSION" val="1.0"/>
  <p:tag name="KSO_WM_CHIP_GROUPID" val="62e108497ec3138b1bb69b3e"/>
  <p:tag name="KSO_WM_CHIP_XID" val="62e1088b7ec3138b1bb69fe5"/>
  <p:tag name="KSO_WM_UNIT_DEC_AREA_ID" val="24f26e6a538c4aa096983fca7a820bf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04155ea6a5cb40b48354422fb2420eee"/>
</p:tagLst>
</file>

<file path=ppt/tags/tag117.xml><?xml version="1.0" encoding="utf-8"?>
<p:tagLst xmlns:p="http://schemas.openxmlformats.org/presentationml/2006/main">
  <p:tag name="KSO_WM_UNIT_SUBTYPE" val="v"/>
  <p:tag name="KSO_WM_TEMPLATE_CATEGORY" val="chip"/>
  <p:tag name="KSO_WM_TEMPLATE_INDEX" val="20224697"/>
  <p:tag name="KSO_WM_UNIT_TYPE" val="i"/>
  <p:tag name="KSO_WM_UNIT_INDEX" val="1"/>
  <p:tag name="KSO_WM_UNIT_ID" val="chip20224697_3*i*1"/>
  <p:tag name="KSO_WM_BEAUTIFY_FLAG" val="#wm#"/>
  <p:tag name="KSO_WM_TAG_VERSION" val="1.0"/>
  <p:tag name="KSO_WM_CHIP_GROUPID" val="62e108497ec3138b1bb69b3e"/>
  <p:tag name="KSO_WM_CHIP_XID" val="62e1088b7ec3138b1bb69ff3"/>
  <p:tag name="KSO_WM_UNIT_DEC_AREA_ID" val="3a518378816e4f42a0b6220a0aa3aff3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66918126149f4fa6bee75b7527c965fe"/>
</p:tagLst>
</file>

<file path=ppt/tags/tag118.xml><?xml version="1.0" encoding="utf-8"?>
<p:tagLst xmlns:p="http://schemas.openxmlformats.org/presentationml/2006/main">
  <p:tag name="KSO_WM_UNIT_SUBTYPE" val="t"/>
  <p:tag name="KSO_WM_TEMPLATE_CATEGORY" val="chip"/>
  <p:tag name="KSO_WM_TEMPLATE_INDEX" val="20224697"/>
  <p:tag name="KSO_WM_UNIT_TYPE" val="i"/>
  <p:tag name="KSO_WM_UNIT_INDEX" val="1"/>
  <p:tag name="KSO_WM_UNIT_ID" val="chip20224697_4*i*1"/>
  <p:tag name="KSO_WM_BEAUTIFY_FLAG" val="#wm#"/>
  <p:tag name="KSO_WM_TAG_VERSION" val="1.0"/>
  <p:tag name="KSO_WM_CHIP_GROUPID" val="62e108497ec3138b1bb69b3e"/>
  <p:tag name="KSO_WM_CHIP_XID" val="62e1088b7ec3138b1bb69f94"/>
  <p:tag name="KSO_WM_UNIT_DEC_AREA_ID" val="795cba1a572e42caae3dff32ca22acbe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3a0a2bd708e04e47b644b701120201fd"/>
</p:tagLst>
</file>

<file path=ppt/tags/tag119.xml><?xml version="1.0" encoding="utf-8"?>
<p:tagLst xmlns:p="http://schemas.openxmlformats.org/presentationml/2006/main">
  <p:tag name="KSO_WM_UNIT_SUBTYPE" val="t"/>
  <p:tag name="KSO_WM_TEMPLATE_CATEGORY" val="chip"/>
  <p:tag name="KSO_WM_TEMPLATE_INDEX" val="20224697"/>
  <p:tag name="KSO_WM_UNIT_TYPE" val="i"/>
  <p:tag name="KSO_WM_UNIT_INDEX" val="1"/>
  <p:tag name="KSO_WM_UNIT_ID" val="chip20224697_5*i*1"/>
  <p:tag name="KSO_WM_BEAUTIFY_FLAG" val="#wm#"/>
  <p:tag name="KSO_WM_TAG_VERSION" val="1.0"/>
  <p:tag name="KSO_WM_CHIP_GROUPID" val="62e108497ec3138b1bb69b3e"/>
  <p:tag name="KSO_WM_CHIP_XID" val="62e1088b7ec3138b1bb69fb4"/>
  <p:tag name="KSO_WM_UNIT_DEC_AREA_ID" val="2d0e0a390a7647b3bf6a349f2c95a1ea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3d9c1407724c4f9fa6b178c08800b3e4"/>
</p:tagLst>
</file>

<file path=ppt/tags/tag12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2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2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4.xml><?xml version="1.0" encoding="utf-8"?>
<p:tagLst xmlns:p="http://schemas.openxmlformats.org/presentationml/2006/main">
  <p:tag name="KSO_WM_UNIT_SUBTYPE" val="v"/>
  <p:tag name="KSO_WM_TEMPLATE_CATEGORY" val="chip"/>
  <p:tag name="KSO_WM_TEMPLATE_INDEX" val="20224697"/>
  <p:tag name="KSO_WM_UNIT_TYPE" val="i"/>
  <p:tag name="KSO_WM_UNIT_INDEX" val="1"/>
  <p:tag name="KSO_WM_UNIT_ID" val="chip20224697_12*i*1"/>
  <p:tag name="KSO_WM_BEAUTIFY_FLAG" val="#wm#"/>
  <p:tag name="KSO_WM_TAG_VERSION" val="1.0"/>
  <p:tag name="KSO_WM_CHIP_GROUPID" val="62e108497ec3138b1bb69b3e"/>
  <p:tag name="KSO_WM_CHIP_XID" val="62e1088b7ec3138b1bb69dab"/>
  <p:tag name="KSO_WM_UNIT_DEC_AREA_ID" val="380337d8353c410bb2c91bf46774ddd8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6ef148d3e7794c9c969205a77e2660ac"/>
</p:tagLst>
</file>

<file path=ppt/tags/tag125.xml><?xml version="1.0" encoding="utf-8"?>
<p:tagLst xmlns:p="http://schemas.openxmlformats.org/presentationml/2006/main">
  <p:tag name="KSO_WM_UNIT_SUBTYPE" val="t"/>
  <p:tag name="KSO_WM_TEMPLATE_CATEGORY" val="chip"/>
  <p:tag name="KSO_WM_TEMPLATE_INDEX" val="20224697"/>
  <p:tag name="KSO_WM_UNIT_TYPE" val="i"/>
  <p:tag name="KSO_WM_UNIT_INDEX" val="1"/>
  <p:tag name="KSO_WM_UNIT_ID" val="chip20224697_14*i*1"/>
  <p:tag name="KSO_WM_BEAUTIFY_FLAG" val="#wm#"/>
  <p:tag name="KSO_WM_TAG_VERSION" val="1.0"/>
  <p:tag name="KSO_WM_CHIP_GROUPID" val="62e108497ec3138b1bb69b3e"/>
  <p:tag name="KSO_WM_CHIP_XID" val="62e1088b7ec3138b1bb69c93"/>
  <p:tag name="KSO_WM_UNIT_DEC_AREA_ID" val="c1354df313ff48c195e02121723b370c"/>
  <p:tag name="KSO_WM_CHIP_FILLAREA_FILL_RULE" val="{&quot;fill_align&quot;:&quot;l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1f52629a6823405d8847512c4f7daf98"/>
</p:tagLst>
</file>

<file path=ppt/tags/tag126.xml><?xml version="1.0" encoding="utf-8"?>
<p:tagLst xmlns:p="http://schemas.openxmlformats.org/presentationml/2006/main">
  <p:tag name="KSO_WM_UNIT_SUBTYPE" val="t"/>
  <p:tag name="KSO_WM_TEMPLATE_CATEGORY" val="chip"/>
  <p:tag name="KSO_WM_TEMPLATE_INDEX" val="20224697"/>
  <p:tag name="KSO_WM_UNIT_TYPE" val="i"/>
  <p:tag name="KSO_WM_UNIT_INDEX" val="1"/>
  <p:tag name="KSO_WM_UNIT_ID" val="chip20224697_16*i*1"/>
  <p:tag name="KSO_WM_BEAUTIFY_FLAG" val="#wm#"/>
  <p:tag name="KSO_WM_TAG_VERSION" val="1.0"/>
  <p:tag name="KSO_WM_CHIP_GROUPID" val="62e108497ec3138b1bb69b3e"/>
  <p:tag name="KSO_WM_CHIP_XID" val="62e1088b7ec3138b1bb69cc4"/>
  <p:tag name="KSO_WM_UNIT_DEC_AREA_ID" val="229a75037ae64b4188dbe73fe735d096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2f1d1a7d7af24d3fae90ac44f7c58121"/>
</p:tagLst>
</file>

<file path=ppt/tags/tag127.xml><?xml version="1.0" encoding="utf-8"?>
<p:tagLst xmlns:p="http://schemas.openxmlformats.org/presentationml/2006/main">
  <p:tag name="KSO_WM_UNIT_SUBTYPE" val="u"/>
  <p:tag name="KSO_WM_TEMPLATE_CATEGORY" val="chip"/>
  <p:tag name="KSO_WM_TEMPLATE_INDEX" val="20224697"/>
  <p:tag name="KSO_WM_UNIT_TYPE" val="i"/>
  <p:tag name="KSO_WM_UNIT_INDEX" val="1"/>
  <p:tag name="KSO_WM_UNIT_ID" val="chip20224697_13*i*1"/>
  <p:tag name="KSO_WM_BEAUTIFY_FLAG" val="#wm#"/>
  <p:tag name="KSO_WM_TAG_VERSION" val="1.0"/>
  <p:tag name="KSO_WM_CHIP_GROUPID" val="62e108497ec3138b1bb69b3e"/>
  <p:tag name="KSO_WM_CHIP_XID" val="62e1088b7ec3138b1bb69d68"/>
  <p:tag name="KSO_WM_UNIT_DEC_AREA_ID" val="839be5e01b884d45a1b050f8b125121a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452cdd1a49ee40569fae567a7890e853"/>
</p:tagLst>
</file>

<file path=ppt/tags/tag128.xml><?xml version="1.0" encoding="utf-8"?>
<p:tagLst xmlns:p="http://schemas.openxmlformats.org/presentationml/2006/main">
  <p:tag name="KSO_WM_UNIT_SUBTYPE" val="t"/>
  <p:tag name="KSO_WM_TEMPLATE_CATEGORY" val="chip"/>
  <p:tag name="KSO_WM_TEMPLATE_INDEX" val="20224697"/>
  <p:tag name="KSO_WM_UNIT_TYPE" val="i"/>
  <p:tag name="KSO_WM_UNIT_INDEX" val="1"/>
  <p:tag name="KSO_WM_UNIT_ID" val="chip20224697_15*i*1"/>
  <p:tag name="KSO_WM_BEAUTIFY_FLAG" val="#wm#"/>
  <p:tag name="KSO_WM_TAG_VERSION" val="1.0"/>
  <p:tag name="KSO_WM_CHIP_GROUPID" val="62e108497ec3138b1bb69b3e"/>
  <p:tag name="KSO_WM_CHIP_XID" val="62e1088b7ec3138b1bb69cba"/>
  <p:tag name="KSO_WM_UNIT_DEC_AREA_ID" val="cc0e8d13840e4f1399915031a8600f04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1df0e30892e4c31bd14e9feed6297f0"/>
</p:tagLst>
</file>

<file path=ppt/tags/tag12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3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3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32.xml><?xml version="1.0" encoding="utf-8"?>
<p:tagLst xmlns:p="http://schemas.openxmlformats.org/presentationml/2006/main">
  <p:tag name="KSO_WM_UNIT_DEFAULT_FONT" val="60;66;2"/>
  <p:tag name="KSO_WM_UNIT_BLOCK" val="0"/>
  <p:tag name="KSO_WM_UNIT_DEC_AREA_ID" val="a2d4e62f0c54489483b64f20e3c3473c"/>
  <p:tag name="KSO_WM_UNIT_ISCONTENTSTITLE" val="0"/>
  <p:tag name="KSO_WM_UNIT_ISNUMDGMTITLE" val="0"/>
  <p:tag name="KSO_WM_UNIT_PRESET_TEXT" val="谢谢观看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4697_1*a*1"/>
  <p:tag name="KSO_WM_TEMPLATE_CATEGORY" val="custom"/>
  <p:tag name="KSO_WM_TEMPLATE_INDEX" val="20224697"/>
  <p:tag name="KSO_WM_UNIT_LAYERLEVEL" val="1"/>
  <p:tag name="KSO_WM_TAG_VERSION" val="1.0"/>
  <p:tag name="KSO_WM_BEAUTIFY_FLAG" val="#wm#"/>
  <p:tag name="KSO_WM_CHIP_GROUPID" val="620b6825d9f311da4dab665c"/>
  <p:tag name="KSO_WM_CHIP_XID" val="620b6825d9f311da4dab665b"/>
  <p:tag name="KSO_WM_CHIP_FILLAREA_FILL_RULE" val="{&quot;fill_align&quot;:&quot;lm&quot;,&quot;fill_mode&quot;:&quot;adaptive&quot;,&quot;sacle_strategy&quot;:&quot;smart&quot;}"/>
  <p:tag name="KSO_WM_ASSEMBLE_CHIP_INDEX" val="544236380e39441cbd15ff34dab23aa6"/>
  <p:tag name="KSO_WM_UNIT_TEXT_FILL_FORE_SCHEMECOLOR_INDEX_BRIGHTNESS" val="0.15"/>
  <p:tag name="KSO_WM_UNIT_TEXT_FILL_FORE_SCHEMECOLOR_INDEX" val="13"/>
  <p:tag name="KSO_WM_UNIT_TEXT_FILL_TYPE" val="1"/>
  <p:tag name="KSO_WM_TEMPLATE_ASSEMBLE_XID" val="62e109617ec3138b1bb6b4c3"/>
  <p:tag name="KSO_WM_TEMPLATE_ASSEMBLE_GROUPID" val="62e108497ec3138b1bb69b3e"/>
</p:tagLst>
</file>

<file path=ppt/tags/tag133.xml><?xml version="1.0" encoding="utf-8"?>
<p:tagLst xmlns:p="http://schemas.openxmlformats.org/presentationml/2006/main">
  <p:tag name="KSO_WM_UNIT_DEFAULT_FONT" val="20;22;2"/>
  <p:tag name="KSO_WM_UNIT_BLOCK" val="0"/>
  <p:tag name="KSO_WM_UNIT_DEC_AREA_ID" val="00911eb952ed4cf4b285c9820ad0a7d5"/>
  <p:tag name="KSO_WM_UNIT_ISCONTENTSTITLE" val="0"/>
  <p:tag name="KSO_WM_UNIT_ISNUMDGMTITLE" val="0"/>
  <p:tag name="KSO_WM_UNIT_PRESET_TEXT" val="感谢您的欣赏与支持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24697_1*b*1"/>
  <p:tag name="KSO_WM_TEMPLATE_CATEGORY" val="custom"/>
  <p:tag name="KSO_WM_TEMPLATE_INDEX" val="20224697"/>
  <p:tag name="KSO_WM_UNIT_LAYERLEVEL" val="1"/>
  <p:tag name="KSO_WM_TAG_VERSION" val="1.0"/>
  <p:tag name="KSO_WM_BEAUTIFY_FLAG" val="#wm#"/>
  <p:tag name="KSO_WM_CHIP_GROUPID" val="620b6825d9f311da4dab665c"/>
  <p:tag name="KSO_WM_CHIP_XID" val="620b6825d9f311da4dab665b"/>
  <p:tag name="KSO_WM_CHIP_FILLAREA_FILL_RULE" val="{&quot;fill_align&quot;:&quot;lm&quot;,&quot;fill_mode&quot;:&quot;adaptive&quot;,&quot;sacle_strategy&quot;:&quot;smart&quot;}"/>
  <p:tag name="KSO_WM_ASSEMBLE_CHIP_INDEX" val="544236380e39441cbd15ff34dab23aa6"/>
  <p:tag name="KSO_WM_UNIT_TEXT_FILL_FORE_SCHEMECOLOR_INDEX_BRIGHTNESS" val="0.15"/>
  <p:tag name="KSO_WM_UNIT_TEXT_FILL_FORE_SCHEMECOLOR_INDEX" val="13"/>
  <p:tag name="KSO_WM_UNIT_TEXT_FILL_TYPE" val="1"/>
  <p:tag name="KSO_WM_TEMPLATE_ASSEMBLE_XID" val="62e109617ec3138b1bb6b4c3"/>
  <p:tag name="KSO_WM_TEMPLATE_ASSEMBLE_GROUPID" val="62e108497ec3138b1bb69b3e"/>
</p:tagLst>
</file>

<file path=ppt/tags/tag134.xml><?xml version="1.0" encoding="utf-8"?>
<p:tagLst xmlns:p="http://schemas.openxmlformats.org/presentationml/2006/main">
  <p:tag name="KSO_WM_UNIT_DEFAULT_FONT" val="14;16;2"/>
  <p:tag name="KSO_WM_UNIT_BLOCK" val="0"/>
  <p:tag name="KSO_WM_UNIT_DEC_AREA_ID" val="4268141ba67c4bedacaa7f320fb150ec"/>
  <p:tag name="KSO_WM_UNIT_SUBTYPE" val="a"/>
  <p:tag name="KSO_WM_UNIT_PRESET_TEXT" val="单击此处添加正文，文字是您思想的提炼，为了演示发布的良好效果，请言简意赅地阐述您的观点。"/>
  <p:tag name="KSO_WM_UNIT_NOCLEAR" val="0"/>
  <p:tag name="KSO_WM_UNIT_VALUE" val="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24697_1*f*1"/>
  <p:tag name="KSO_WM_TEMPLATE_CATEGORY" val="custom"/>
  <p:tag name="KSO_WM_TEMPLATE_INDEX" val="20224697"/>
  <p:tag name="KSO_WM_UNIT_LAYERLEVEL" val="1"/>
  <p:tag name="KSO_WM_TAG_VERSION" val="1.0"/>
  <p:tag name="KSO_WM_BEAUTIFY_FLAG" val="#wm#"/>
  <p:tag name="KSO_WM_CHIP_GROUPID" val="620b6825d9f311da4dab665c"/>
  <p:tag name="KSO_WM_CHIP_XID" val="620b6825d9f311da4dab665b"/>
  <p:tag name="KSO_WM_CHIP_FILLAREA_FILL_RULE" val="{&quot;fill_align&quot;:&quot;lm&quot;,&quot;fill_mode&quot;:&quot;adaptive&quot;,&quot;sacle_strategy&quot;:&quot;smart&quot;}"/>
  <p:tag name="KSO_WM_ASSEMBLE_CHIP_INDEX" val="544236380e39441cbd15ff34dab23aa6"/>
  <p:tag name="KSO_WM_UNIT_TEXT_FILL_FORE_SCHEMECOLOR_INDEX_BRIGHTNESS" val="0.15"/>
  <p:tag name="KSO_WM_UNIT_TEXT_FILL_FORE_SCHEMECOLOR_INDEX" val="13"/>
  <p:tag name="KSO_WM_UNIT_TEXT_FILL_TYPE" val="1"/>
  <p:tag name="KSO_WM_TEMPLATE_ASSEMBLE_XID" val="62e109617ec3138b1bb6b4c3"/>
  <p:tag name="KSO_WM_TEMPLATE_ASSEMBLE_GROUPID" val="62e108497ec3138b1bb69b3e"/>
</p:tagLst>
</file>

<file path=ppt/tags/tag135.xml><?xml version="1.0" encoding="utf-8"?>
<p:tagLst xmlns:p="http://schemas.openxmlformats.org/presentationml/2006/main">
  <p:tag name="KSO_WM_UNIT_SUBTYPE" val="v"/>
  <p:tag name="KSO_WM_TEMPLATE_CATEGORY" val="chip"/>
  <p:tag name="KSO_WM_TEMPLATE_INDEX" val="20224697"/>
  <p:tag name="KSO_WM_UNIT_TYPE" val="i"/>
  <p:tag name="KSO_WM_UNIT_INDEX" val="1"/>
  <p:tag name="KSO_WM_UNIT_ID" val="chip20224697_2*i*1"/>
  <p:tag name="KSO_WM_BEAUTIFY_FLAG" val="#wm#"/>
  <p:tag name="KSO_WM_TAG_VERSION" val="1.0"/>
  <p:tag name="KSO_WM_CHIP_GROUPID" val="62e108497ec3138b1bb69b3e"/>
  <p:tag name="KSO_WM_CHIP_XID" val="62e1088b7ec3138b1bb69fe5"/>
  <p:tag name="KSO_WM_UNIT_DEC_AREA_ID" val="24f26e6a538c4aa096983fca7a820bf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04155ea6a5cb40b48354422fb2420eee"/>
  <p:tag name="KSO_WM_SLIDE_BACKGROUND_TYPE" val="general"/>
</p:tagLst>
</file>

<file path=ppt/tags/tag136.xml><?xml version="1.0" encoding="utf-8"?>
<p:tagLst xmlns:p="http://schemas.openxmlformats.org/presentationml/2006/main">
  <p:tag name="KSO_WM_UNIT_SUBTYPE" val="v"/>
  <p:tag name="KSO_WM_TEMPLATE_CATEGORY" val="chip"/>
  <p:tag name="KSO_WM_TEMPLATE_INDEX" val="20224697"/>
  <p:tag name="KSO_WM_UNIT_TYPE" val="i"/>
  <p:tag name="KSO_WM_UNIT_INDEX" val="1"/>
  <p:tag name="KSO_WM_UNIT_ID" val="chip20224697_3*i*1"/>
  <p:tag name="KSO_WM_BEAUTIFY_FLAG" val="#wm#"/>
  <p:tag name="KSO_WM_TAG_VERSION" val="1.0"/>
  <p:tag name="KSO_WM_CHIP_GROUPID" val="62e108497ec3138b1bb69b3e"/>
  <p:tag name="KSO_WM_CHIP_XID" val="62e1088b7ec3138b1bb69ff3"/>
  <p:tag name="KSO_WM_UNIT_DEC_AREA_ID" val="3a518378816e4f42a0b6220a0aa3aff3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66918126149f4fa6bee75b7527c965fe"/>
  <p:tag name="KSO_WM_SLIDE_BACKGROUND_TYPE" val="general"/>
</p:tagLst>
</file>

<file path=ppt/tags/tag137.xml><?xml version="1.0" encoding="utf-8"?>
<p:tagLst xmlns:p="http://schemas.openxmlformats.org/presentationml/2006/main">
  <p:tag name="KSO_WM_UNIT_SUBTYPE" val="t"/>
  <p:tag name="KSO_WM_TEMPLATE_CATEGORY" val="chip"/>
  <p:tag name="KSO_WM_TEMPLATE_INDEX" val="20224697"/>
  <p:tag name="KSO_WM_UNIT_TYPE" val="i"/>
  <p:tag name="KSO_WM_UNIT_INDEX" val="1"/>
  <p:tag name="KSO_WM_UNIT_ID" val="chip20224697_4*i*1"/>
  <p:tag name="KSO_WM_BEAUTIFY_FLAG" val="#wm#"/>
  <p:tag name="KSO_WM_TAG_VERSION" val="1.0"/>
  <p:tag name="KSO_WM_CHIP_GROUPID" val="62e108497ec3138b1bb69b3e"/>
  <p:tag name="KSO_WM_CHIP_XID" val="62e1088b7ec3138b1bb69f94"/>
  <p:tag name="KSO_WM_UNIT_DEC_AREA_ID" val="795cba1a572e42caae3dff32ca22acbe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3a0a2bd708e04e47b644b701120201fd"/>
  <p:tag name="KSO_WM_SLIDE_BACKGROUND_TYPE" val="general"/>
</p:tagLst>
</file>

<file path=ppt/tags/tag138.xml><?xml version="1.0" encoding="utf-8"?>
<p:tagLst xmlns:p="http://schemas.openxmlformats.org/presentationml/2006/main">
  <p:tag name="KSO_WM_UNIT_SUBTYPE" val="t"/>
  <p:tag name="KSO_WM_TEMPLATE_CATEGORY" val="chip"/>
  <p:tag name="KSO_WM_TEMPLATE_INDEX" val="20224697"/>
  <p:tag name="KSO_WM_UNIT_TYPE" val="i"/>
  <p:tag name="KSO_WM_UNIT_INDEX" val="1"/>
  <p:tag name="KSO_WM_UNIT_ID" val="chip20224697_5*i*1"/>
  <p:tag name="KSO_WM_BEAUTIFY_FLAG" val="#wm#"/>
  <p:tag name="KSO_WM_TAG_VERSION" val="1.0"/>
  <p:tag name="KSO_WM_CHIP_GROUPID" val="62e108497ec3138b1bb69b3e"/>
  <p:tag name="KSO_WM_CHIP_XID" val="62e1088b7ec3138b1bb69fb4"/>
  <p:tag name="KSO_WM_UNIT_DEC_AREA_ID" val="2d0e0a390a7647b3bf6a349f2c95a1ea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3d9c1407724c4f9fa6b178c08800b3e4"/>
  <p:tag name="KSO_WM_SLIDE_BACKGROUND_TYPE" val="general"/>
</p:tagLst>
</file>

<file path=ppt/tags/tag139.xml><?xml version="1.0" encoding="utf-8"?>
<p:tagLst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140.xml><?xml version="1.0" encoding="utf-8"?>
<p:tagLst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2"/>
  <p:tag name="KSO_WM_UNIT_TEXT_FILL_TYPE" val="1"/>
</p:tagLst>
</file>

<file path=ppt/tags/tag141.xml><?xml version="1.0" encoding="utf-8"?>
<p:tagLst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2"/>
  <p:tag name="KSO_WM_UNIT_TEXT_FILL_TYPE" val="1"/>
</p:tagLst>
</file>

<file path=ppt/tags/tag142.xml><?xml version="1.0" encoding="utf-8"?>
<p:tagLst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2"/>
  <p:tag name="KSO_WM_UNIT_TEXT_FILL_TYPE" val="1"/>
</p:tagLst>
</file>

<file path=ppt/tags/tag143.xml><?xml version="1.0" encoding="utf-8"?>
<p:tagLst xmlns:p="http://schemas.openxmlformats.org/presentationml/2006/main">
  <p:tag name="KSO_WM_UNIT_SUBTYPE" val="v"/>
  <p:tag name="KSO_WM_TEMPLATE_CATEGORY" val="chip"/>
  <p:tag name="KSO_WM_TEMPLATE_INDEX" val="20224697"/>
  <p:tag name="KSO_WM_UNIT_TYPE" val="i"/>
  <p:tag name="KSO_WM_UNIT_INDEX" val="1"/>
  <p:tag name="KSO_WM_UNIT_ID" val="chip20224697_2*i*1"/>
  <p:tag name="KSO_WM_BEAUTIFY_FLAG" val="#wm#"/>
  <p:tag name="KSO_WM_TAG_VERSION" val="1.0"/>
  <p:tag name="KSO_WM_CHIP_GROUPID" val="62e108497ec3138b1bb69b3e"/>
  <p:tag name="KSO_WM_CHIP_XID" val="62e1088b7ec3138b1bb69fe5"/>
  <p:tag name="KSO_WM_UNIT_DEC_AREA_ID" val="86cf2717ade94ab9b172772186df47f7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dea3a7a6ce5241a7971e22f118f536d2"/>
  <p:tag name="KSO_WM_SLIDE_BACKGROUND_TYPE" val="frame"/>
</p:tagLst>
</file>

<file path=ppt/tags/tag1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1741_2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  <p:tag name="KSO_WM_TEMPLATE_CATEGORY" val="bg"/>
  <p:tag name="KSO_WM_TEMPLATE_INDEX" val="20221741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204bd1f97788eba87d90828"/>
  <p:tag name="KSO_WM_CHIP_XID" val="627b2927a0f60d12b19e6b67"/>
</p:tagLst>
</file>

<file path=ppt/tags/tag145.xml><?xml version="1.0" encoding="utf-8"?>
<p:tagLst xmlns:p="http://schemas.openxmlformats.org/presentationml/2006/main">
  <p:tag name="KSO_WM_UNIT_SUBTYPE" val="t"/>
  <p:tag name="KSO_WM_TEMPLATE_CATEGORY" val="chip"/>
  <p:tag name="KSO_WM_TEMPLATE_INDEX" val="20224697"/>
  <p:tag name="KSO_WM_UNIT_TYPE" val="i"/>
  <p:tag name="KSO_WM_UNIT_INDEX" val="1"/>
  <p:tag name="KSO_WM_UNIT_ID" val="chip20224697_4*i*1"/>
  <p:tag name="KSO_WM_BEAUTIFY_FLAG" val="#wm#"/>
  <p:tag name="KSO_WM_TAG_VERSION" val="1.0"/>
  <p:tag name="KSO_WM_CHIP_GROUPID" val="62e108497ec3138b1bb69b3e"/>
  <p:tag name="KSO_WM_CHIP_XID" val="62e1088b7ec3138b1bb69f94"/>
  <p:tag name="KSO_WM_UNIT_DEC_AREA_ID" val="8a5e8c756d6b474a9d36602d0a30dc4b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6c3d12af652b49d0aa39f977a3e40c80"/>
  <p:tag name="KSO_WM_SLIDE_BACKGROUND_TYPE" val="frame"/>
</p:tagLst>
</file>

<file path=ppt/tags/tag146.xml><?xml version="1.0" encoding="utf-8"?>
<p:tagLst xmlns:p="http://schemas.openxmlformats.org/presentationml/2006/main">
  <p:tag name="KSO_WM_UNIT_SUBTYPE" val="t"/>
  <p:tag name="KSO_WM_TEMPLATE_CATEGORY" val="chip"/>
  <p:tag name="KSO_WM_TEMPLATE_INDEX" val="20224697"/>
  <p:tag name="KSO_WM_UNIT_TYPE" val="i"/>
  <p:tag name="KSO_WM_UNIT_INDEX" val="1"/>
  <p:tag name="KSO_WM_UNIT_ID" val="chip20224697_5*i*1"/>
  <p:tag name="KSO_WM_BEAUTIFY_FLAG" val="#wm#"/>
  <p:tag name="KSO_WM_TAG_VERSION" val="1.0"/>
  <p:tag name="KSO_WM_CHIP_GROUPID" val="62e108497ec3138b1bb69b3e"/>
  <p:tag name="KSO_WM_CHIP_XID" val="62e1088b7ec3138b1bb69fb4"/>
  <p:tag name="KSO_WM_UNIT_DEC_AREA_ID" val="69c4e725565c4759b0adabda34946702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4ec28bc4e6cf42e68d0f0e27e4d58a7a"/>
  <p:tag name="KSO_WM_SLIDE_BACKGROUND_TYPE" val="frame"/>
</p:tagLst>
</file>

<file path=ppt/tags/tag147.xml><?xml version="1.0" encoding="utf-8"?>
<p:tagLst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48.xml><?xml version="1.0" encoding="utf-8"?>
<p:tagLst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49.xml><?xml version="1.0" encoding="utf-8"?>
<p:tagLst xmlns:p="http://schemas.openxmlformats.org/presentationml/2006/main">
  <p:tag name="KSO_WM_SLIDE_BACKGROUND_TYPE" val="frame"/>
  <p:tag name="KSO_WM_UNIT_TEXT_FILL_FORE_SCHEMECOLOR_INDEX_BRIGHTNESS" val="0"/>
  <p:tag name="KSO_WM_UNIT_TEXT_FILL_FORE_SCHEMECOLOR_INDEX" val="2"/>
  <p:tag name="KSO_WM_UNIT_TEXT_FILL_TYPE" val="1"/>
</p:tagLst>
</file>

<file path=ppt/tags/tag150.xml><?xml version="1.0" encoding="utf-8"?>
<p:tagLst xmlns:p="http://schemas.openxmlformats.org/presentationml/2006/main">
  <p:tag name="KSO_WM_SLIDE_BACKGROUND_TYPE" val="frame"/>
  <p:tag name="KSO_WM_UNIT_TEXT_FILL_FORE_SCHEMECOLOR_INDEX_BRIGHTNESS" val="0"/>
  <p:tag name="KSO_WM_UNIT_TEXT_FILL_FORE_SCHEMECOLOR_INDEX" val="2"/>
  <p:tag name="KSO_WM_UNIT_TEXT_FILL_TYPE" val="1"/>
</p:tagLst>
</file>

<file path=ppt/tags/tag151.xml><?xml version="1.0" encoding="utf-8"?>
<p:tagLst xmlns:p="http://schemas.openxmlformats.org/presentationml/2006/main">
  <p:tag name="KSO_WM_SLIDE_BACKGROUND_TYPE" val="frame"/>
  <p:tag name="KSO_WM_UNIT_TEXT_FILL_FORE_SCHEMECOLOR_INDEX_BRIGHTNESS" val="0"/>
  <p:tag name="KSO_WM_UNIT_TEXT_FILL_FORE_SCHEMECOLOR_INDEX" val="2"/>
  <p:tag name="KSO_WM_UNIT_TEXT_FILL_TYPE" val="1"/>
</p:tagLst>
</file>

<file path=ppt/tags/tag152.xml><?xml version="1.0" encoding="utf-8"?>
<p:tagLst xmlns:p="http://schemas.openxmlformats.org/presentationml/2006/main">
  <p:tag name="KSO_WM_UNIT_SUBTYPE" val="v"/>
  <p:tag name="KSO_WM_TEMPLATE_CATEGORY" val="chip"/>
  <p:tag name="KSO_WM_TEMPLATE_INDEX" val="20224697"/>
  <p:tag name="KSO_WM_UNIT_TYPE" val="i"/>
  <p:tag name="KSO_WM_UNIT_INDEX" val="1"/>
  <p:tag name="KSO_WM_UNIT_ID" val="chip20224697_2*i*1"/>
  <p:tag name="KSO_WM_BEAUTIFY_FLAG" val="#wm#"/>
  <p:tag name="KSO_WM_TAG_VERSION" val="1.0"/>
  <p:tag name="KSO_WM_CHIP_GROUPID" val="62e108497ec3138b1bb69b3e"/>
  <p:tag name="KSO_WM_CHIP_XID" val="62e1088b7ec3138b1bb69fe5"/>
  <p:tag name="KSO_WM_UNIT_DEC_AREA_ID" val="b001b27b194d4ddd81cd71983836f3d1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1be09349dc543d998b0e4ead8bc9c4e"/>
  <p:tag name="KSO_WM_SLIDE_BACKGROUND_TYPE" val="leftRight"/>
</p:tagLst>
</file>

<file path=ppt/tags/tag15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1741_3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1741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204bd1f97788eba87d90828"/>
  <p:tag name="KSO_WM_CHIP_XID" val="627b2927a0f60d12b19e6b68"/>
</p:tagLst>
</file>

<file path=ppt/tags/tag154.xml><?xml version="1.0" encoding="utf-8"?>
<p:tagLst xmlns:p="http://schemas.openxmlformats.org/presentationml/2006/main">
  <p:tag name="KSO_WM_UNIT_SUBTYPE" val="t"/>
  <p:tag name="KSO_WM_TEMPLATE_CATEGORY" val="chip"/>
  <p:tag name="KSO_WM_TEMPLATE_INDEX" val="20224697"/>
  <p:tag name="KSO_WM_UNIT_TYPE" val="i"/>
  <p:tag name="KSO_WM_UNIT_INDEX" val="1"/>
  <p:tag name="KSO_WM_UNIT_ID" val="chip20224697_4*i*1"/>
  <p:tag name="KSO_WM_BEAUTIFY_FLAG" val="#wm#"/>
  <p:tag name="KSO_WM_TAG_VERSION" val="1.0"/>
  <p:tag name="KSO_WM_CHIP_GROUPID" val="62e108497ec3138b1bb69b3e"/>
  <p:tag name="KSO_WM_CHIP_XID" val="62e1088b7ec3138b1bb69f94"/>
  <p:tag name="KSO_WM_UNIT_DEC_AREA_ID" val="6a0c8c42e5fd45c5bef9ff8a3f425cc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4032930b7ece47db87a1442502c4cea9"/>
  <p:tag name="KSO_WM_SLIDE_BACKGROUND_TYPE" val="leftRight"/>
</p:tagLst>
</file>

<file path=ppt/tags/tag155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56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2"/>
  <p:tag name="KSO_WM_UNIT_TEXT_FILL_TYPE" val="1"/>
</p:tagLst>
</file>

<file path=ppt/tags/tag157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2"/>
  <p:tag name="KSO_WM_UNIT_TEXT_FILL_TYPE" val="1"/>
</p:tagLst>
</file>

<file path=ppt/tags/tag158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2"/>
  <p:tag name="KSO_WM_UNIT_TEXT_FILL_TYPE" val="1"/>
</p:tagLst>
</file>

<file path=ppt/tags/tag159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60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61.xml><?xml version="1.0" encoding="utf-8"?>
<p:tagLst xmlns:p="http://schemas.openxmlformats.org/presentationml/2006/main">
  <p:tag name="KSO_WM_UNIT_SUBTYPE" val="v"/>
  <p:tag name="KSO_WM_TEMPLATE_CATEGORY" val="chip"/>
  <p:tag name="KSO_WM_TEMPLATE_INDEX" val="20224697"/>
  <p:tag name="KSO_WM_UNIT_TYPE" val="i"/>
  <p:tag name="KSO_WM_UNIT_INDEX" val="1"/>
  <p:tag name="KSO_WM_UNIT_ID" val="chip20224697_2*i*1"/>
  <p:tag name="KSO_WM_BEAUTIFY_FLAG" val="#wm#"/>
  <p:tag name="KSO_WM_TAG_VERSION" val="1.0"/>
  <p:tag name="KSO_WM_CHIP_GROUPID" val="62e108497ec3138b1bb69b3e"/>
  <p:tag name="KSO_WM_CHIP_XID" val="62e1088b7ec3138b1bb69fe5"/>
  <p:tag name="KSO_WM_UNIT_DEC_AREA_ID" val="394d9b0e2b60403481064241e3c85450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39316d72dc974e259334e80d65a09b6f"/>
  <p:tag name="KSO_WM_SLIDE_BACKGROUND_TYPE" val="topBottom"/>
</p:tagLst>
</file>

<file path=ppt/tags/tag16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1741_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1741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204bd1f97788eba87d90828"/>
  <p:tag name="KSO_WM_CHIP_XID" val="627b2927a0f60d12b19e6b69"/>
</p:tagLst>
</file>

<file path=ppt/tags/tag163.xml><?xml version="1.0" encoding="utf-8"?>
<p:tagLst xmlns:p="http://schemas.openxmlformats.org/presentationml/2006/main">
  <p:tag name="KSO_WM_UNIT_SUBTYPE" val="t"/>
  <p:tag name="KSO_WM_TEMPLATE_CATEGORY" val="chip"/>
  <p:tag name="KSO_WM_TEMPLATE_INDEX" val="20224697"/>
  <p:tag name="KSO_WM_UNIT_TYPE" val="i"/>
  <p:tag name="KSO_WM_UNIT_INDEX" val="1"/>
  <p:tag name="KSO_WM_UNIT_ID" val="chip20224697_5*i*1"/>
  <p:tag name="KSO_WM_BEAUTIFY_FLAG" val="#wm#"/>
  <p:tag name="KSO_WM_TAG_VERSION" val="1.0"/>
  <p:tag name="KSO_WM_CHIP_GROUPID" val="62e108497ec3138b1bb69b3e"/>
  <p:tag name="KSO_WM_CHIP_XID" val="62e1088b7ec3138b1bb69fb4"/>
  <p:tag name="KSO_WM_UNIT_DEC_AREA_ID" val="dbc97f8648a64fef958a388689e79a2e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8a488c9182ec4582a1c9d451934e8c55"/>
  <p:tag name="KSO_WM_SLIDE_BACKGROUND_TYPE" val="topBottom"/>
</p:tagLst>
</file>

<file path=ppt/tags/tag164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65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2"/>
  <p:tag name="KSO_WM_UNIT_TEXT_FILL_TYPE" val="1"/>
</p:tagLst>
</file>

<file path=ppt/tags/tag166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2"/>
  <p:tag name="KSO_WM_UNIT_TEXT_FILL_TYPE" val="1"/>
</p:tagLst>
</file>

<file path=ppt/tags/tag167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2"/>
  <p:tag name="KSO_WM_UNIT_TEXT_FILL_TYPE" val="1"/>
</p:tagLst>
</file>

<file path=ppt/tags/tag168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69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70.xml><?xml version="1.0" encoding="utf-8"?>
<p:tagLst xmlns:p="http://schemas.openxmlformats.org/presentationml/2006/main">
  <p:tag name="KSO_WM_UNIT_SUBTYPE" val="v"/>
  <p:tag name="KSO_WM_TEMPLATE_CATEGORY" val="chip"/>
  <p:tag name="KSO_WM_TEMPLATE_INDEX" val="20224697"/>
  <p:tag name="KSO_WM_UNIT_TYPE" val="i"/>
  <p:tag name="KSO_WM_UNIT_INDEX" val="1"/>
  <p:tag name="KSO_WM_UNIT_ID" val="chip20224697_2*i*1"/>
  <p:tag name="KSO_WM_BEAUTIFY_FLAG" val="#wm#"/>
  <p:tag name="KSO_WM_TAG_VERSION" val="1.0"/>
  <p:tag name="KSO_WM_CHIP_GROUPID" val="62e108497ec3138b1bb69b3e"/>
  <p:tag name="KSO_WM_CHIP_XID" val="62e1088b7ec3138b1bb69fe5"/>
  <p:tag name="KSO_WM_UNIT_DEC_AREA_ID" val="c4691af237c447e99f11d4e83b51e6c8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5ae9161c5ff44a0f9cd7db700011c572"/>
  <p:tag name="KSO_WM_SLIDE_BACKGROUND_TYPE" val="bottomTop"/>
</p:tagLst>
</file>

<file path=ppt/tags/tag17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1741_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1741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204bd1f97788eba87d90828"/>
  <p:tag name="KSO_WM_CHIP_XID" val="627b2927a0f60d12b19e6b6a"/>
</p:tagLst>
</file>

<file path=ppt/tags/tag172.xml><?xml version="1.0" encoding="utf-8"?>
<p:tagLst xmlns:p="http://schemas.openxmlformats.org/presentationml/2006/main">
  <p:tag name="KSO_WM_UNIT_SUBTYPE" val="t"/>
  <p:tag name="KSO_WM_TEMPLATE_CATEGORY" val="chip"/>
  <p:tag name="KSO_WM_TEMPLATE_INDEX" val="20224697"/>
  <p:tag name="KSO_WM_UNIT_TYPE" val="i"/>
  <p:tag name="KSO_WM_UNIT_INDEX" val="1"/>
  <p:tag name="KSO_WM_UNIT_ID" val="chip20224697_4*i*1"/>
  <p:tag name="KSO_WM_BEAUTIFY_FLAG" val="#wm#"/>
  <p:tag name="KSO_WM_TAG_VERSION" val="1.0"/>
  <p:tag name="KSO_WM_CHIP_GROUPID" val="62e108497ec3138b1bb69b3e"/>
  <p:tag name="KSO_WM_CHIP_XID" val="62e1088b7ec3138b1bb69f94"/>
  <p:tag name="KSO_WM_UNIT_DEC_AREA_ID" val="fcb1ee3321704265987e51f8d3349e5d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256e0806a1b49cfb306422938597380"/>
  <p:tag name="KSO_WM_SLIDE_BACKGROUND_TYPE" val="bottomTop"/>
</p:tagLst>
</file>

<file path=ppt/tags/tag173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74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2"/>
  <p:tag name="KSO_WM_UNIT_TEXT_FILL_TYPE" val="1"/>
</p:tagLst>
</file>

<file path=ppt/tags/tag175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2"/>
  <p:tag name="KSO_WM_UNIT_TEXT_FILL_TYPE" val="1"/>
</p:tagLst>
</file>

<file path=ppt/tags/tag176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2"/>
  <p:tag name="KSO_WM_UNIT_TEXT_FILL_TYPE" val="1"/>
</p:tagLst>
</file>

<file path=ppt/tags/tag177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78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79.xml><?xml version="1.0" encoding="utf-8"?>
<p:tagLst xmlns:p="http://schemas.openxmlformats.org/presentationml/2006/main">
  <p:tag name="KSO_WM_UNIT_SUBTYPE" val="v"/>
  <p:tag name="KSO_WM_TEMPLATE_CATEGORY" val="chip"/>
  <p:tag name="KSO_WM_TEMPLATE_INDEX" val="20224697"/>
  <p:tag name="KSO_WM_UNIT_TYPE" val="i"/>
  <p:tag name="KSO_WM_UNIT_INDEX" val="1"/>
  <p:tag name="KSO_WM_UNIT_ID" val="chip20224697_2*i*1"/>
  <p:tag name="KSO_WM_BEAUTIFY_FLAG" val="#wm#"/>
  <p:tag name="KSO_WM_TAG_VERSION" val="1.0"/>
  <p:tag name="KSO_WM_CHIP_GROUPID" val="62e108497ec3138b1bb69b3e"/>
  <p:tag name="KSO_WM_CHIP_XID" val="62e1088b7ec3138b1bb69fe5"/>
  <p:tag name="KSO_WM_UNIT_DEC_AREA_ID" val="60241939025543c293e7d3377d4592bb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3ee4b5e8e6424bd2b19d54b5617896f0"/>
  <p:tag name="KSO_WM_SLIDE_BACKGROUND_TYPE" val="navigation"/>
</p:tagLst>
</file>

<file path=ppt/tags/tag18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1741_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1741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204bd1f97788eba87d90828"/>
  <p:tag name="KSO_WM_CHIP_XID" val="627b2927a0f60d12b19e6b6b"/>
</p:tagLst>
</file>

<file path=ppt/tags/tag181.xml><?xml version="1.0" encoding="utf-8"?>
<p:tagLst xmlns:p="http://schemas.openxmlformats.org/presentationml/2006/main">
  <p:tag name="KSO_WM_UNIT_SUBTYPE" val="t"/>
  <p:tag name="KSO_WM_TEMPLATE_CATEGORY" val="chip"/>
  <p:tag name="KSO_WM_TEMPLATE_INDEX" val="20224697"/>
  <p:tag name="KSO_WM_UNIT_TYPE" val="i"/>
  <p:tag name="KSO_WM_UNIT_INDEX" val="1"/>
  <p:tag name="KSO_WM_UNIT_ID" val="chip20224697_5*i*1"/>
  <p:tag name="KSO_WM_BEAUTIFY_FLAG" val="#wm#"/>
  <p:tag name="KSO_WM_TAG_VERSION" val="1.0"/>
  <p:tag name="KSO_WM_CHIP_GROUPID" val="62e108497ec3138b1bb69b3e"/>
  <p:tag name="KSO_WM_CHIP_XID" val="62e1088b7ec3138b1bb69fb4"/>
  <p:tag name="KSO_WM_UNIT_DEC_AREA_ID" val="628b3ca3d8b849f0b8fcba80db340165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ef021b7e408d43b0ac6f02e136194975"/>
  <p:tag name="KSO_WM_SLIDE_BACKGROUND_TYPE" val="navigation"/>
</p:tagLst>
</file>

<file path=ppt/tags/tag182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83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2"/>
  <p:tag name="KSO_WM_UNIT_TEXT_FILL_TYPE" val="1"/>
</p:tagLst>
</file>

<file path=ppt/tags/tag184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2"/>
  <p:tag name="KSO_WM_UNIT_TEXT_FILL_TYPE" val="1"/>
</p:tagLst>
</file>

<file path=ppt/tags/tag185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2"/>
  <p:tag name="KSO_WM_UNIT_TEXT_FILL_TYPE" val="1"/>
</p:tagLst>
</file>

<file path=ppt/tags/tag186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87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88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89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90.xml><?xml version="1.0" encoding="utf-8"?>
<p:tagLst xmlns:p="http://schemas.openxmlformats.org/presentationml/2006/main">
  <p:tag name="KSO_WM_UNIT_SUBTYPE" val="v"/>
  <p:tag name="KSO_WM_TEMPLATE_CATEGORY" val="chip"/>
  <p:tag name="KSO_WM_TEMPLATE_INDEX" val="20224697"/>
  <p:tag name="KSO_WM_UNIT_TYPE" val="i"/>
  <p:tag name="KSO_WM_UNIT_INDEX" val="1"/>
  <p:tag name="KSO_WM_UNIT_ID" val="chip20224697_2*i*1"/>
  <p:tag name="KSO_WM_BEAUTIFY_FLAG" val="#wm#"/>
  <p:tag name="KSO_WM_TAG_VERSION" val="1.0"/>
  <p:tag name="KSO_WM_CHIP_GROUPID" val="62e108497ec3138b1bb69b3e"/>
  <p:tag name="KSO_WM_CHIP_XID" val="62e1088b7ec3138b1bb69fe5"/>
  <p:tag name="KSO_WM_UNIT_DEC_AREA_ID" val="202dee8eb3494bdc814e502eba39e480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d27f946a647b4fd8a2982c807d4c7ea4"/>
  <p:tag name="KSO_WM_SLIDE_BACKGROUND_TYPE" val="belt"/>
</p:tagLst>
</file>

<file path=ppt/tags/tag19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1741_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1741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204bd1f97788eba87d90828"/>
  <p:tag name="KSO_WM_CHIP_XID" val="627b2927a0f60d12b19e6b6c"/>
</p:tagLst>
</file>

<file path=ppt/tags/tag192.xml><?xml version="1.0" encoding="utf-8"?>
<p:tagLst xmlns:p="http://schemas.openxmlformats.org/presentationml/2006/main">
  <p:tag name="KSO_WM_UNIT_SUBTYPE" val="t"/>
  <p:tag name="KSO_WM_TEMPLATE_CATEGORY" val="chip"/>
  <p:tag name="KSO_WM_TEMPLATE_INDEX" val="20224697"/>
  <p:tag name="KSO_WM_UNIT_TYPE" val="i"/>
  <p:tag name="KSO_WM_UNIT_INDEX" val="1"/>
  <p:tag name="KSO_WM_UNIT_ID" val="chip20224697_4*i*1"/>
  <p:tag name="KSO_WM_BEAUTIFY_FLAG" val="#wm#"/>
  <p:tag name="KSO_WM_TAG_VERSION" val="1.0"/>
  <p:tag name="KSO_WM_CHIP_GROUPID" val="62e108497ec3138b1bb69b3e"/>
  <p:tag name="KSO_WM_CHIP_XID" val="62e1088b7ec3138b1bb69f94"/>
  <p:tag name="KSO_WM_UNIT_DEC_AREA_ID" val="b0b84b2de0c447168fbdbbf2036a6a62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e57083c0407a46eeb2ec9f5e4223c2e3"/>
  <p:tag name="KSO_WM_SLIDE_BACKGROUND_TYPE" val="belt"/>
</p:tagLst>
</file>

<file path=ppt/tags/tag193.xml><?xml version="1.0" encoding="utf-8"?>
<p:tagLst xmlns:p="http://schemas.openxmlformats.org/presentationml/2006/main">
  <p:tag name="KSO_WM_UNIT_SUBTYPE" val="t"/>
  <p:tag name="KSO_WM_TEMPLATE_CATEGORY" val="chip"/>
  <p:tag name="KSO_WM_TEMPLATE_INDEX" val="20224697"/>
  <p:tag name="KSO_WM_UNIT_TYPE" val="i"/>
  <p:tag name="KSO_WM_UNIT_INDEX" val="1"/>
  <p:tag name="KSO_WM_UNIT_ID" val="chip20224697_5*i*1"/>
  <p:tag name="KSO_WM_BEAUTIFY_FLAG" val="#wm#"/>
  <p:tag name="KSO_WM_TAG_VERSION" val="1.0"/>
  <p:tag name="KSO_WM_CHIP_GROUPID" val="62e108497ec3138b1bb69b3e"/>
  <p:tag name="KSO_WM_CHIP_XID" val="62e1088b7ec3138b1bb69fb4"/>
  <p:tag name="KSO_WM_UNIT_DEC_AREA_ID" val="0fc08391285b447f952e769d535c7de8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df328c09f3984453a40f5a38e8602988"/>
  <p:tag name="KSO_WM_SLIDE_BACKGROUND_TYPE" val="belt"/>
</p:tagLst>
</file>

<file path=ppt/tags/tag194.xml><?xml version="1.0" encoding="utf-8"?>
<p:tagLst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95.xml><?xml version="1.0" encoding="utf-8"?>
<p:tagLst xmlns:p="http://schemas.openxmlformats.org/presentationml/2006/main">
  <p:tag name="KSO_WM_SLIDE_BACKGROUND_TYPE" val="belt"/>
  <p:tag name="KSO_WM_UNIT_TEXT_FILL_FORE_SCHEMECOLOR_INDEX_BRIGHTNESS" val="0"/>
  <p:tag name="KSO_WM_UNIT_TEXT_FILL_FORE_SCHEMECOLOR_INDEX" val="2"/>
  <p:tag name="KSO_WM_UNIT_TEXT_FILL_TYPE" val="1"/>
</p:tagLst>
</file>

<file path=ppt/tags/tag196.xml><?xml version="1.0" encoding="utf-8"?>
<p:tagLst xmlns:p="http://schemas.openxmlformats.org/presentationml/2006/main">
  <p:tag name="KSO_WM_SLIDE_BACKGROUND_TYPE" val="belt"/>
  <p:tag name="KSO_WM_UNIT_TEXT_FILL_FORE_SCHEMECOLOR_INDEX_BRIGHTNESS" val="0"/>
  <p:tag name="KSO_WM_UNIT_TEXT_FILL_FORE_SCHEMECOLOR_INDEX" val="2"/>
  <p:tag name="KSO_WM_UNIT_TEXT_FILL_TYPE" val="1"/>
</p:tagLst>
</file>

<file path=ppt/tags/tag197.xml><?xml version="1.0" encoding="utf-8"?>
<p:tagLst xmlns:p="http://schemas.openxmlformats.org/presentationml/2006/main">
  <p:tag name="KSO_WM_SLIDE_BACKGROUND_TYPE" val="belt"/>
  <p:tag name="KSO_WM_UNIT_TEXT_FILL_FORE_SCHEMECOLOR_INDEX_BRIGHTNESS" val="0"/>
  <p:tag name="KSO_WM_UNIT_TEXT_FILL_FORE_SCHEMECOLOR_INDEX" val="2"/>
  <p:tag name="KSO_WM_UNIT_TEXT_FILL_TYPE" val="1"/>
</p:tagLst>
</file>

<file path=ppt/tags/tag198.xml><?xml version="1.0" encoding="utf-8"?>
<p:tagLst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9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TEMPLATE_CATEGORY" val="custom"/>
  <p:tag name="KSO_WM_TEMPLATE_INDEX" val="20224697"/>
</p:tagLst>
</file>

<file path=ppt/tags/tag2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TEMPLATE_CATEGORY" val="custom"/>
  <p:tag name="KSO_WM_TEMPLATE_INDEX" val="20224697"/>
</p:tagLst>
</file>

<file path=ppt/tags/tag2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04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24697"/>
</p:tagLst>
</file>

<file path=ppt/tags/tag205.xml><?xml version="1.0" encoding="utf-8"?>
<p:tagLst xmlns:p="http://schemas.openxmlformats.org/presentationml/2006/main">
  <p:tag name="KSO_WM_UNIT_ISCONTENTSTITLE" val="0"/>
  <p:tag name="KSO_WM_UNIT_ISNUMDGMTITLE" val="0"/>
  <p:tag name="KSO_WM_UNIT_PRESET_TEXT" val="党政宣传汇报通用模板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4697_1*a*1"/>
  <p:tag name="KSO_WM_TEMPLATE_CATEGORY" val="custom"/>
  <p:tag name="KSO_WM_TEMPLATE_INDEX" val="20224697"/>
  <p:tag name="KSO_WM_UNIT_LAYERLEVEL" val="1"/>
  <p:tag name="KSO_WM_TAG_VERSION" val="1.0"/>
  <p:tag name="KSO_WM_BEAUTIFY_FLAG" val="#wm#"/>
  <p:tag name="KSO_WM_UNIT_DEFAULT_FONT" val="60;66;2"/>
  <p:tag name="KSO_WM_UNIT_BLOCK" val="0"/>
  <p:tag name="KSO_WM_UNIT_DEC_AREA_ID" val="9560adcf6e7a47f48625b2aba6d70741"/>
  <p:tag name="KSO_WM_CHIP_GROUPID" val="6193599c18adb49c6c1f413a"/>
  <p:tag name="KSO_WM_CHIP_XID" val="6193599c18adb49c6c1f4137"/>
  <p:tag name="KSO_WM_CHIP_FILLAREA_FILL_RULE" val="{&quot;fill_align&quot;:&quot;lm&quot;,&quot;fill_mode&quot;:&quot;adaptive&quot;,&quot;sacle_strategy&quot;:&quot;smart&quot;}"/>
  <p:tag name="KSO_WM_ASSEMBLE_CHIP_INDEX" val="f90c98eb8f6441668dee49f0471842be"/>
  <p:tag name="KSO_WM_UNIT_TEXT_FILL_FORE_SCHEMECOLOR_INDEX_BRIGHTNESS" val="0.15"/>
  <p:tag name="KSO_WM_UNIT_TEXT_FILL_FORE_SCHEMECOLOR_INDEX" val="13"/>
  <p:tag name="KSO_WM_UNIT_TEXT_FILL_TYPE" val="1"/>
  <p:tag name="KSO_WM_UNIT_SMARTLAYOUT_COMPRESS_INFO" val="{&#10;    &quot;id&quot;: &quot;2022-07-27T17:46:15&quot;,&#10;    &quot;max&quot;: 17.744966555617864,&#10;    &quot;topChanged&quot;: 2.795842688385619e-05&#10;}&#10;"/>
</p:tagLst>
</file>

<file path=ppt/tags/tag206.xml><?xml version="1.0" encoding="utf-8"?>
<p:tagLst xmlns:p="http://schemas.openxmlformats.org/presentationml/2006/main">
  <p:tag name="KSO_WM_UNIT_SUBTYPE" val="a"/>
  <p:tag name="KSO_WM_UNIT_PRESET_TEXT" val="202X.00.00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custom20224697_1*f*2"/>
  <p:tag name="KSO_WM_TEMPLATE_CATEGORY" val="custom"/>
  <p:tag name="KSO_WM_TEMPLATE_INDEX" val="20224697"/>
  <p:tag name="KSO_WM_UNIT_LAYERLEVEL" val="1"/>
  <p:tag name="KSO_WM_TAG_VERSION" val="1.0"/>
  <p:tag name="KSO_WM_BEAUTIFY_FLAG" val="#wm#"/>
  <p:tag name="KSO_WM_UNIT_DEFAULT_FONT" val="18;18;2"/>
  <p:tag name="KSO_WM_UNIT_BLOCK" val="0"/>
  <p:tag name="KSO_WM_UNIT_SM_LIMIT_TYPE" val="2"/>
  <p:tag name="KSO_WM_UNIT_DEC_AREA_ID" val="5050872f39584ed6b1eddbc35857dcf9"/>
  <p:tag name="KSO_WM_UNIT_DECORATE_INFO" val="{&quot;DecorateInfoH&quot;:{&quot;IsAbs&quot;:false},&quot;DecorateInfoW&quot;:{&quot;IsAbs&quot;:false},&quot;DecorateInfoX&quot;:{&quot;IsAbs&quot;:true,&quot;Pos&quot;:0},&quot;DecorateInfoY&quot;:{&quot;IsAbs&quot;:true,&quot;Pos&quot;:1},&quot;ReferentInfo&quot;:{&quot;Id&quot;:&quot;42cd4cbf615a4940b814ba30f4f4703a&quot;,&quot;X&quot;:{&quot;Pos&quot;:2},&quot;Y&quot;:{&quot;Pos&quot;:1}},&quot;whChangeMode&quot;:0}"/>
  <p:tag name="KSO_WM_CHIP_GROUPID" val="6193599c18adb49c6c1f413a"/>
  <p:tag name="KSO_WM_CHIP_XID" val="6193599c18adb49c6c1f4137"/>
  <p:tag name="KSO_WM_CHIP_FILLAREA_FILL_RULE" val="{&quot;fill_align&quot;:&quot;lm&quot;,&quot;fill_mode&quot;:&quot;adaptive&quot;,&quot;sacle_strategy&quot;:&quot;smart&quot;}"/>
  <p:tag name="KSO_WM_ASSEMBLE_CHIP_INDEX" val="f90c98eb8f6441668dee49f0471842be"/>
  <p:tag name="KSO_WM_UNIT_TEXT_FILL_FORE_SCHEMECOLOR_INDEX_BRIGHTNESS" val="0.15"/>
  <p:tag name="KSO_WM_UNIT_TEXT_FILL_FORE_SCHEMECOLOR_INDEX" val="13"/>
  <p:tag name="KSO_WM_UNIT_TEXT_FILL_TYPE" val="1"/>
</p:tagLst>
</file>

<file path=ppt/tags/tag207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title"/>
  <p:tag name="KSO_WM_TEMPLATE_SUBCATEGORY" val="21"/>
  <p:tag name="KSO_WM_BEAUTIFY_FLAG" val="#wm#"/>
  <p:tag name="KSO_WM_TEMPLATE_SLIDE_ID" val="slide_7d1b418b74e2b859"/>
  <p:tag name="KSO_WM_TEMPLATE_THUMBS_INDEX" val="1、4、5、6、7、22"/>
  <p:tag name="KSO_WM_TEMPLATE_INDEX" val="20224697"/>
  <p:tag name="KSO_WM_TEMPLATE_CATEGORY" val="custom"/>
  <p:tag name="KSO_WM_SLIDE_INDEX" val="1"/>
  <p:tag name="KSO_WM_SLIDE_ID" val="custom20224697_1"/>
  <p:tag name="KSO_WM_TEMPLATE_MASTER_TYPE" val="1"/>
  <p:tag name="KSO_WM_SLIDE_LAYOUT" val="a_b_f"/>
  <p:tag name="KSO_WM_SLIDE_LAYOUT_CNT" val="1_1_2"/>
  <p:tag name="KSO_WM_TAG_VERSION" val="1.0"/>
  <p:tag name="KSO_WM_TEMPLATE_COLOR_TYPE" val="1"/>
  <p:tag name="KSO_WM_SLIDE_SUBTYPE" val="pureTxt"/>
  <p:tag name="KSO_WM_CHIP_INFOS" val="{&quot;type&quot;:0,&quot;layout_type&quot;:&quot;1_NF_LC_4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2bae51e630cfd8f113584"/>
  <p:tag name="KSO_WM_CHIP_FILLPROP" val="[[{&quot;text_align&quot;:&quot;lb&quot;,&quot;text_direction&quot;:&quot;horizontal&quot;,&quot;support_big_font&quot;:false,&quot;picture_toward&quot;:0,&quot;picture_dockside&quot;:[],&quot;fill_id&quot;:&quot;7f534e47f106459eac054cca3046ad55&quot;,&quot;fill_align&quot;:&quot;lm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7f534e47f106459eac054cca3046ad55&quot;,&quot;fill_align&quot;:&quot;lm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7f534e47f106459eac054cca3046ad55&quot;,&quot;fill_align&quot;:&quot;cm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7f534e47f106459eac054cca3046ad55&quot;,&quot;fill_align&quot;:&quot;rm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7f534e47f106459eac054cca3046ad55&quot;,&quot;fill_align&quot;:&quot;lm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7f534e47f106459eac054cca3046ad55&quot;,&quot;fill_align&quot;:&quot;cm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7f534e47f106459eac054cca3046ad55&quot;,&quot;fill_align&quot;:&quot;rm&quot;,&quot;chip_types&quot;:[&quot;diagram&quot;,&quot;header&quot;]}]]"/>
  <p:tag name="KSO_WM_CHIP_DECFILLPROP" val="[]"/>
  <p:tag name="KSO_WM_CHIP_GROUPID" val="6142bae51e630cfd8f113583"/>
  <p:tag name="KSO_WM_SLIDE_LAYOUT_INFO" val="{&quot;id&quot;:&quot;2022-07-27T17:46:15&quot;,&quot;margin&quot;:{&quot;bottom&quot;:4.201020240783691,&quot;left&quot;:2.4130001068115234,&quot;right&quot;:18.116939544677734,&quot;top&quot;:4.172762870788574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2e109617ec3138b1bb6b53d"/>
  <p:tag name="KSO_WM_TEMPLATE_ASSEMBLE_GROUPID" val="62e108497ec3138b1bb69b3e"/>
</p:tagLst>
</file>

<file path=ppt/tags/tag208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24697_4*a*1"/>
  <p:tag name="KSO_WM_TEMPLATE_CATEGORY" val="custom"/>
  <p:tag name="KSO_WM_TEMPLATE_INDEX" val="20224697"/>
  <p:tag name="KSO_WM_UNIT_LAYERLEVEL" val="1"/>
  <p:tag name="KSO_WM_TAG_VERSION" val="1.0"/>
  <p:tag name="KSO_WM_BEAUTIFY_FLAG" val="#wm#"/>
  <p:tag name="KSO_WM_UNIT_DEFAULT_FONT" val="44;50;2"/>
  <p:tag name="KSO_WM_UNIT_BLOCK" val="0"/>
  <p:tag name="KSO_WM_UNIT_DEC_AREA_ID" val="8252c8d29d3f483b90439964d85a954f"/>
  <p:tag name="KSO_WM_CHIP_GROUPID" val="61a6dfeacf14e69e7f8bd1fd"/>
  <p:tag name="KSO_WM_CHIP_XID" val="61a6e69dcf14e69e7f8bd23d"/>
  <p:tag name="KSO_WM_CHIP_FILLAREA_FILL_RULE" val="{&quot;fill_align&quot;:&quot;cm&quot;,&quot;fill_mode&quot;:&quot;fix&quot;,&quot;sacle_strategy&quot;:&quot;stretch&quot;}"/>
  <p:tag name="KSO_WM_ASSEMBLE_CHIP_INDEX" val="7579f8e7238a40e5b7b298a763b2c6ce"/>
  <p:tag name="KSO_WM_UNIT_TEXT_FILL_FORE_SCHEMECOLOR_INDEX_BRIGHTNESS" val="-0.25"/>
  <p:tag name="KSO_WM_UNIT_TEXT_FILL_FORE_SCHEMECOLOR_INDEX" val="5"/>
  <p:tag name="KSO_WM_UNIT_TEXT_FILL_TYPE" val="1"/>
  <p:tag name="KSO_WM_UNIT_USESOURCEFORMAT_APPLY" val="1"/>
</p:tagLst>
</file>

<file path=ppt/tags/tag209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b"/>
  <p:tag name="KSO_WM_UNIT_INDEX" val="1"/>
  <p:tag name="KSO_WM_UNIT_ID" val="custom20224697_4*b*1"/>
  <p:tag name="KSO_WM_TEMPLATE_CATEGORY" val="custom"/>
  <p:tag name="KSO_WM_TEMPLATE_INDEX" val="20224697"/>
  <p:tag name="KSO_WM_UNIT_LAYERLEVEL" val="1"/>
  <p:tag name="KSO_WM_TAG_VERSION" val="1.0"/>
  <p:tag name="KSO_WM_BEAUTIFY_FLAG" val="#wm#"/>
  <p:tag name="KSO_WM_UNIT_DEFAULT_FONT" val="14;18;2"/>
  <p:tag name="KSO_WM_UNIT_BLOCK" val="0"/>
  <p:tag name="KSO_WM_UNIT_DEC_AREA_ID" val="a229f4309fa048bb823ca738d82eebf8"/>
  <p:tag name="KSO_WM_CHIP_GROUPID" val="61a6dfeacf14e69e7f8bd1fd"/>
  <p:tag name="KSO_WM_CHIP_XID" val="61a6e69dcf14e69e7f8bd23d"/>
  <p:tag name="KSO_WM_CHIP_FILLAREA_FILL_RULE" val="{&quot;fill_align&quot;:&quot;cm&quot;,&quot;fill_mode&quot;:&quot;fix&quot;,&quot;sacle_strategy&quot;:&quot;stretch&quot;}"/>
  <p:tag name="KSO_WM_ASSEMBLE_CHIP_INDEX" val="7579f8e7238a40e5b7b298a763b2c6ce"/>
  <p:tag name="KSO_WM_UNIT_TEXT_FILL_FORE_SCHEMECOLOR_INDEX_BRIGHTNESS" val="-0.25"/>
  <p:tag name="KSO_WM_UNIT_TEXT_FILL_FORE_SCHEMECOLOR_INDEX" val="5"/>
  <p:tag name="KSO_WM_UNIT_TEXT_FILL_TYPE" val="1"/>
  <p:tag name="KSO_WM_UNIT_USESOURCEFORMAT_APPLY" val="1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24697_4*i*1"/>
  <p:tag name="KSO_WM_TEMPLATE_CATEGORY" val="custom"/>
  <p:tag name="KSO_WM_TEMPLATE_INDEX" val="20224697"/>
  <p:tag name="KSO_WM_UNIT_LAYERLEVEL" val="1"/>
  <p:tag name="KSO_WM_TAG_VERSION" val="1.0"/>
  <p:tag name="KSO_WM_BEAUTIFY_FLAG" val="#wm#"/>
  <p:tag name="KSO_WM_UNIT_BLOCK" val="0"/>
  <p:tag name="KSO_WM_UNIT_DEC_AREA_ID" val="0d7d40d48fdc4f558fcf4e5cc39f508e"/>
  <p:tag name="KSO_WM_CHIP_GROUPID" val="61a6dfeacf14e69e7f8bd1fd"/>
  <p:tag name="KSO_WM_CHIP_XID" val="61a6e69dcf14e69e7f8bd23d"/>
  <p:tag name="KSO_WM_CHIP_FILLAREA_FILL_RULE" val="{&quot;fill_align&quot;:&quot;cm&quot;,&quot;fill_mode&quot;:&quot;fix&quot;,&quot;sacle_strategy&quot;:&quot;stretch&quot;}"/>
  <p:tag name="KSO_WM_UNIT_DEC_SUPPORTCHANGEPIC" val="0"/>
  <p:tag name="KSO_WM_UNIT_DEC_CHANGEPICRESERVED" val="0"/>
  <p:tag name="KSO_WM_ASSEMBLE_CHIP_INDEX" val="7579f8e7238a40e5b7b298a763b2c6ce"/>
  <p:tag name="KSO_WM_UNIT_LINE_FORE_SCHEMECOLOR_INDEX_BRIGHTNESS" val="-0.25"/>
  <p:tag name="KSO_WM_UNIT_LINE_FORE_SCHEMECOLOR_INDEX" val="5"/>
  <p:tag name="KSO_WM_UNIT_LINE_FILL_TYPE" val="2"/>
  <p:tag name="KSO_WM_UNIT_USESOURCEFORMAT_APPLY" val="1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custom20224697_4*l_h_i*1_1_1"/>
  <p:tag name="KSO_WM_TEMPLATE_CATEGORY" val="custom"/>
  <p:tag name="KSO_WM_TEMPLATE_INDEX" val="20224697"/>
  <p:tag name="KSO_WM_UNIT_LAYERLEVEL" val="1_1_1"/>
  <p:tag name="KSO_WM_TAG_VERSION" val="1.0"/>
  <p:tag name="KSO_WM_BEAUTIFY_FLAG" val="#wm#"/>
  <p:tag name="KSO_WM_UNIT_BLOCK" val="0"/>
  <p:tag name="KSO_WM_UNIT_DEC_AREA_ID" val="aabb7c11360b47b5a7d134b9283d4237"/>
  <p:tag name="KSO_WM_UNIT_IS_LAYOUT_DIAGRAM" val="1"/>
  <p:tag name="KSO_WM_CHIP_GROUPID" val="61a6dfeacf14e69e7f8bd1fd"/>
  <p:tag name="KSO_WM_CHIP_XID" val="61a6e69dcf14e69e7f8bd23d"/>
  <p:tag name="KSO_WM_CHIP_FILLAREA_FILL_RULE" val="{&quot;fill_align&quot;:&quot;cm&quot;,&quot;fill_mode&quot;:&quot;fix&quot;,&quot;sacle_strategy&quot;:&quot;stretch&quot;}"/>
  <p:tag name="KSO_WM_UNIT_DEC_SUPPORTCHANGEPIC" val="0"/>
  <p:tag name="KSO_WM_UNIT_DEC_CHANGEPICRESERVED" val="0"/>
  <p:tag name="KSO_WM_ASSEMBLE_CHIP_INDEX" val="7579f8e7238a40e5b7b298a763b2c6ce"/>
  <p:tag name="KSO_WM_UNIT_TEXT_FILL_FORE_SCHEMECOLOR_INDEX_BRIGHTNESS" val="0"/>
  <p:tag name="KSO_WM_UNIT_TEXT_FILL_FORE_SCHEMECOLOR_INDEX" val="13"/>
  <p:tag name="KSO_WM_UNIT_TEXT_FILL_TYPE" val="1"/>
  <p:tag name="KSO_WM_UNIT_VALUE" val="1"/>
  <p:tag name="KSO_WM_UNIT_USESOURCEFORMAT_APPLY" val="1"/>
  <p:tag name="KSO_WM_DIAGRAM_VIRTUALLY_FRAME" val="{&quot;height&quot;:165.10000000000002,&quot;left&quot;:294.7,&quot;top&quot;:184.02496062992125,&quot;width&quot;:547.3}"/>
</p:tagLst>
</file>

<file path=ppt/tags/tag2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custom20224697_4*l_h_a*1_1_1"/>
  <p:tag name="KSO_WM_TEMPLATE_CATEGORY" val="custom"/>
  <p:tag name="KSO_WM_TEMPLATE_INDEX" val="20224697"/>
  <p:tag name="KSO_WM_UNIT_LAYERLEVEL" val="1_1_1"/>
  <p:tag name="KSO_WM_TAG_VERSION" val="1.0"/>
  <p:tag name="KSO_WM_BEAUTIFY_FLAG" val="#wm#"/>
  <p:tag name="KSO_WM_UNIT_BLOCK" val="0"/>
  <p:tag name="KSO_WM_UNIT_DEC_AREA_ID" val="8bc8c34c96c44083a25d67af84eecac8"/>
  <p:tag name="KSO_WM_UNIT_IS_LAYOUT_DIAGRAM" val="1"/>
  <p:tag name="KSO_WM_CHIP_GROUPID" val="61a6dfeacf14e69e7f8bd1fd"/>
  <p:tag name="KSO_WM_CHIP_XID" val="61a6e69dcf14e69e7f8bd23d"/>
  <p:tag name="KSO_WM_CHIP_FILLAREA_FILL_RULE" val="{&quot;fill_align&quot;:&quot;cm&quot;,&quot;fill_mode&quot;:&quot;fix&quot;,&quot;sacle_strategy&quot;:&quot;stretch&quot;}"/>
  <p:tag name="KSO_WM_ASSEMBLE_CHIP_INDEX" val="7579f8e7238a40e5b7b298a763b2c6ce"/>
  <p:tag name="KSO_WM_UNIT_TEXT_FILL_FORE_SCHEMECOLOR_INDEX_BRIGHTNESS" val="-0.25"/>
  <p:tag name="KSO_WM_UNIT_TEXT_FILL_FORE_SCHEMECOLOR_INDEX" val="5"/>
  <p:tag name="KSO_WM_UNIT_TEXT_FILL_TYPE" val="1"/>
  <p:tag name="KSO_WM_UNIT_VALUE" val="8"/>
  <p:tag name="KSO_WM_UNIT_USESOURCEFORMAT_APPLY" val="1"/>
  <p:tag name="KSO_WM_DIAGRAM_VIRTUALLY_FRAME" val="{&quot;height&quot;:165.10000000000002,&quot;left&quot;:294.7,&quot;top&quot;:184.02496062992125,&quot;width&quot;:547.3}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custom20224697_4*l_h_i*1_3_1"/>
  <p:tag name="KSO_WM_TEMPLATE_CATEGORY" val="custom"/>
  <p:tag name="KSO_WM_TEMPLATE_INDEX" val="20224697"/>
  <p:tag name="KSO_WM_UNIT_LAYERLEVEL" val="1_1_1"/>
  <p:tag name="KSO_WM_TAG_VERSION" val="1.0"/>
  <p:tag name="KSO_WM_BEAUTIFY_FLAG" val="#wm#"/>
  <p:tag name="KSO_WM_UNIT_BLOCK" val="0"/>
  <p:tag name="KSO_WM_UNIT_DEC_AREA_ID" val="0f5236e7961f4de29de0cee4bbaa059f"/>
  <p:tag name="KSO_WM_UNIT_IS_LAYOUT_DIAGRAM" val="1"/>
  <p:tag name="KSO_WM_CHIP_GROUPID" val="61a6dfeacf14e69e7f8bd1fd"/>
  <p:tag name="KSO_WM_CHIP_XID" val="61a6e69dcf14e69e7f8bd23d"/>
  <p:tag name="KSO_WM_CHIP_FILLAREA_FILL_RULE" val="{&quot;fill_align&quot;:&quot;cm&quot;,&quot;fill_mode&quot;:&quot;fix&quot;,&quot;sacle_strategy&quot;:&quot;stretch&quot;}"/>
  <p:tag name="KSO_WM_UNIT_DEC_SUPPORTCHANGEPIC" val="0"/>
  <p:tag name="KSO_WM_UNIT_DEC_CHANGEPICRESERVED" val="0"/>
  <p:tag name="KSO_WM_ASSEMBLE_CHIP_INDEX" val="7579f8e7238a40e5b7b298a763b2c6ce"/>
  <p:tag name="KSO_WM_UNIT_TEXT_FILL_FORE_SCHEMECOLOR_INDEX_BRIGHTNESS" val="0"/>
  <p:tag name="KSO_WM_UNIT_TEXT_FILL_FORE_SCHEMECOLOR_INDEX" val="13"/>
  <p:tag name="KSO_WM_UNIT_TEXT_FILL_TYPE" val="1"/>
  <p:tag name="KSO_WM_UNIT_VALUE" val="1"/>
  <p:tag name="KSO_WM_UNIT_USESOURCEFORMAT_APPLY" val="1"/>
  <p:tag name="KSO_WM_DIAGRAM_VIRTUALLY_FRAME" val="{&quot;height&quot;:165.10000000000002,&quot;left&quot;:294.7,&quot;top&quot;:184.02496062992125,&quot;width&quot;:547.3}"/>
</p:tagLst>
</file>

<file path=ppt/tags/tag21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custom20224697_4*l_h_a*1_3_1"/>
  <p:tag name="KSO_WM_TEMPLATE_CATEGORY" val="custom"/>
  <p:tag name="KSO_WM_TEMPLATE_INDEX" val="20224697"/>
  <p:tag name="KSO_WM_UNIT_LAYERLEVEL" val="1_1_1"/>
  <p:tag name="KSO_WM_TAG_VERSION" val="1.0"/>
  <p:tag name="KSO_WM_BEAUTIFY_FLAG" val="#wm#"/>
  <p:tag name="KSO_WM_UNIT_BLOCK" val="0"/>
  <p:tag name="KSO_WM_UNIT_DEC_AREA_ID" val="9d724b0f54744da6b0d6dcb7300006e7"/>
  <p:tag name="KSO_WM_UNIT_IS_LAYOUT_DIAGRAM" val="1"/>
  <p:tag name="KSO_WM_CHIP_GROUPID" val="61a6dfeacf14e69e7f8bd1fd"/>
  <p:tag name="KSO_WM_CHIP_XID" val="61a6e69dcf14e69e7f8bd23d"/>
  <p:tag name="KSO_WM_CHIP_FILLAREA_FILL_RULE" val="{&quot;fill_align&quot;:&quot;cm&quot;,&quot;fill_mode&quot;:&quot;fix&quot;,&quot;sacle_strategy&quot;:&quot;stretch&quot;}"/>
  <p:tag name="KSO_WM_ASSEMBLE_CHIP_INDEX" val="7579f8e7238a40e5b7b298a763b2c6ce"/>
  <p:tag name="KSO_WM_UNIT_TEXT_FILL_FORE_SCHEMECOLOR_INDEX_BRIGHTNESS" val="-0.25"/>
  <p:tag name="KSO_WM_UNIT_TEXT_FILL_FORE_SCHEMECOLOR_INDEX" val="5"/>
  <p:tag name="KSO_WM_UNIT_TEXT_FILL_TYPE" val="1"/>
  <p:tag name="KSO_WM_UNIT_VALUE" val="8"/>
  <p:tag name="KSO_WM_UNIT_USESOURCEFORMAT_APPLY" val="1"/>
  <p:tag name="KSO_WM_DIAGRAM_VIRTUALLY_FRAME" val="{&quot;height&quot;:165.10000000000002,&quot;left&quot;:294.7,&quot;top&quot;:184.02496062992125,&quot;width&quot;:547.3}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custom20224697_4*l_h_i*1_2_1"/>
  <p:tag name="KSO_WM_TEMPLATE_CATEGORY" val="custom"/>
  <p:tag name="KSO_WM_TEMPLATE_INDEX" val="20224697"/>
  <p:tag name="KSO_WM_UNIT_LAYERLEVEL" val="1_1_1"/>
  <p:tag name="KSO_WM_TAG_VERSION" val="1.0"/>
  <p:tag name="KSO_WM_BEAUTIFY_FLAG" val="#wm#"/>
  <p:tag name="KSO_WM_UNIT_BLOCK" val="0"/>
  <p:tag name="KSO_WM_UNIT_DEC_AREA_ID" val="4f8dbf8af3e04013aa913850d512de85"/>
  <p:tag name="KSO_WM_UNIT_IS_LAYOUT_DIAGRAM" val="1"/>
  <p:tag name="KSO_WM_CHIP_GROUPID" val="61a6dfeacf14e69e7f8bd1fd"/>
  <p:tag name="KSO_WM_CHIP_XID" val="61a6e69dcf14e69e7f8bd23d"/>
  <p:tag name="KSO_WM_CHIP_FILLAREA_FILL_RULE" val="{&quot;fill_align&quot;:&quot;cm&quot;,&quot;fill_mode&quot;:&quot;fix&quot;,&quot;sacle_strategy&quot;:&quot;stretch&quot;}"/>
  <p:tag name="KSO_WM_UNIT_DEC_SUPPORTCHANGEPIC" val="0"/>
  <p:tag name="KSO_WM_UNIT_DEC_CHANGEPICRESERVED" val="0"/>
  <p:tag name="KSO_WM_ASSEMBLE_CHIP_INDEX" val="7579f8e7238a40e5b7b298a763b2c6ce"/>
  <p:tag name="KSO_WM_UNIT_TEXT_FILL_FORE_SCHEMECOLOR_INDEX_BRIGHTNESS" val="0"/>
  <p:tag name="KSO_WM_UNIT_TEXT_FILL_FORE_SCHEMECOLOR_INDEX" val="13"/>
  <p:tag name="KSO_WM_UNIT_TEXT_FILL_TYPE" val="1"/>
  <p:tag name="KSO_WM_UNIT_VALUE" val="1"/>
  <p:tag name="KSO_WM_UNIT_USESOURCEFORMAT_APPLY" val="1"/>
  <p:tag name="KSO_WM_DIAGRAM_VIRTUALLY_FRAME" val="{&quot;height&quot;:165.10000000000002,&quot;left&quot;:294.7,&quot;top&quot;:184.02496062992125,&quot;width&quot;:547.3}"/>
</p:tagLst>
</file>

<file path=ppt/tags/tag21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custom20224697_4*l_h_a*1_2_1"/>
  <p:tag name="KSO_WM_TEMPLATE_CATEGORY" val="custom"/>
  <p:tag name="KSO_WM_TEMPLATE_INDEX" val="20224697"/>
  <p:tag name="KSO_WM_UNIT_LAYERLEVEL" val="1_1_1"/>
  <p:tag name="KSO_WM_TAG_VERSION" val="1.0"/>
  <p:tag name="KSO_WM_BEAUTIFY_FLAG" val="#wm#"/>
  <p:tag name="KSO_WM_UNIT_BLOCK" val="0"/>
  <p:tag name="KSO_WM_UNIT_DEC_AREA_ID" val="fb123a4dc58d41a681629926b3d4e707"/>
  <p:tag name="KSO_WM_UNIT_IS_LAYOUT_DIAGRAM" val="1"/>
  <p:tag name="KSO_WM_CHIP_GROUPID" val="61a6dfeacf14e69e7f8bd1fd"/>
  <p:tag name="KSO_WM_CHIP_XID" val="61a6e69dcf14e69e7f8bd23d"/>
  <p:tag name="KSO_WM_CHIP_FILLAREA_FILL_RULE" val="{&quot;fill_align&quot;:&quot;cm&quot;,&quot;fill_mode&quot;:&quot;fix&quot;,&quot;sacle_strategy&quot;:&quot;stretch&quot;}"/>
  <p:tag name="KSO_WM_ASSEMBLE_CHIP_INDEX" val="7579f8e7238a40e5b7b298a763b2c6ce"/>
  <p:tag name="KSO_WM_UNIT_TEXT_FILL_FORE_SCHEMECOLOR_INDEX_BRIGHTNESS" val="-0.25"/>
  <p:tag name="KSO_WM_UNIT_TEXT_FILL_FORE_SCHEMECOLOR_INDEX" val="5"/>
  <p:tag name="KSO_WM_UNIT_TEXT_FILL_TYPE" val="1"/>
  <p:tag name="KSO_WM_UNIT_VALUE" val="8"/>
  <p:tag name="KSO_WM_UNIT_USESOURCEFORMAT_APPLY" val="1"/>
  <p:tag name="KSO_WM_DIAGRAM_VIRTUALLY_FRAME" val="{&quot;height&quot;:165.10000000000002,&quot;left&quot;:294.7,&quot;top&quot;:184.02496062992125,&quot;width&quot;:547.3}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custom20224697_4*l_h_i*1_4_1"/>
  <p:tag name="KSO_WM_TEMPLATE_CATEGORY" val="custom"/>
  <p:tag name="KSO_WM_TEMPLATE_INDEX" val="20224697"/>
  <p:tag name="KSO_WM_UNIT_LAYERLEVEL" val="1_1_1"/>
  <p:tag name="KSO_WM_TAG_VERSION" val="1.0"/>
  <p:tag name="KSO_WM_BEAUTIFY_FLAG" val="#wm#"/>
  <p:tag name="KSO_WM_UNIT_BLOCK" val="0"/>
  <p:tag name="KSO_WM_UNIT_DEC_AREA_ID" val="b7f33ead37c549a88c2474648b67b47f"/>
  <p:tag name="KSO_WM_UNIT_IS_LAYOUT_DIAGRAM" val="1"/>
  <p:tag name="KSO_WM_CHIP_GROUPID" val="61a6dfeacf14e69e7f8bd1fd"/>
  <p:tag name="KSO_WM_CHIP_XID" val="61a6e69dcf14e69e7f8bd23d"/>
  <p:tag name="KSO_WM_CHIP_FILLAREA_FILL_RULE" val="{&quot;fill_align&quot;:&quot;cm&quot;,&quot;fill_mode&quot;:&quot;fix&quot;,&quot;sacle_strategy&quot;:&quot;stretch&quot;}"/>
  <p:tag name="KSO_WM_UNIT_DEC_SUPPORTCHANGEPIC" val="0"/>
  <p:tag name="KSO_WM_UNIT_DEC_CHANGEPICRESERVED" val="0"/>
  <p:tag name="KSO_WM_ASSEMBLE_CHIP_INDEX" val="7579f8e7238a40e5b7b298a763b2c6ce"/>
  <p:tag name="KSO_WM_UNIT_TEXT_FILL_FORE_SCHEMECOLOR_INDEX_BRIGHTNESS" val="0"/>
  <p:tag name="KSO_WM_UNIT_TEXT_FILL_FORE_SCHEMECOLOR_INDEX" val="13"/>
  <p:tag name="KSO_WM_UNIT_TEXT_FILL_TYPE" val="1"/>
  <p:tag name="KSO_WM_UNIT_VALUE" val="1"/>
  <p:tag name="KSO_WM_UNIT_USESOURCEFORMAT_APPLY" val="1"/>
  <p:tag name="KSO_WM_DIAGRAM_VIRTUALLY_FRAME" val="{&quot;height&quot;:165.10000000000002,&quot;left&quot;:294.7,&quot;top&quot;:184.02496062992125,&quot;width&quot;:547.3}"/>
</p:tagLst>
</file>

<file path=ppt/tags/tag2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custom20224697_4*l_h_a*1_4_1"/>
  <p:tag name="KSO_WM_TEMPLATE_CATEGORY" val="custom"/>
  <p:tag name="KSO_WM_TEMPLATE_INDEX" val="20224697"/>
  <p:tag name="KSO_WM_UNIT_LAYERLEVEL" val="1_1_1"/>
  <p:tag name="KSO_WM_TAG_VERSION" val="1.0"/>
  <p:tag name="KSO_WM_BEAUTIFY_FLAG" val="#wm#"/>
  <p:tag name="KSO_WM_UNIT_BLOCK" val="0"/>
  <p:tag name="KSO_WM_UNIT_DEC_AREA_ID" val="5925998a59244021ac0f1ef9c51627ca"/>
  <p:tag name="KSO_WM_UNIT_IS_LAYOUT_DIAGRAM" val="1"/>
  <p:tag name="KSO_WM_CHIP_GROUPID" val="61a6dfeacf14e69e7f8bd1fd"/>
  <p:tag name="KSO_WM_CHIP_XID" val="61a6e69dcf14e69e7f8bd23d"/>
  <p:tag name="KSO_WM_CHIP_FILLAREA_FILL_RULE" val="{&quot;fill_align&quot;:&quot;cm&quot;,&quot;fill_mode&quot;:&quot;fix&quot;,&quot;sacle_strategy&quot;:&quot;stretch&quot;}"/>
  <p:tag name="KSO_WM_ASSEMBLE_CHIP_INDEX" val="7579f8e7238a40e5b7b298a763b2c6ce"/>
  <p:tag name="KSO_WM_UNIT_TEXT_FILL_FORE_SCHEMECOLOR_INDEX_BRIGHTNESS" val="-0.25"/>
  <p:tag name="KSO_WM_UNIT_TEXT_FILL_FORE_SCHEMECOLOR_INDEX" val="5"/>
  <p:tag name="KSO_WM_UNIT_TEXT_FILL_TYPE" val="1"/>
  <p:tag name="KSO_WM_UNIT_VALUE" val="8"/>
  <p:tag name="KSO_WM_UNIT_USESOURCEFORMAT_APPLY" val="1"/>
  <p:tag name="KSO_WM_DIAGRAM_VIRTUALLY_FRAME" val="{&quot;height&quot;:165.10000000000002,&quot;left&quot;:294.7,&quot;top&quot;:184.02496062992125,&quot;width&quot;:547.3}"/>
</p:tagLst>
</file>

<file path=ppt/tags/tag219.xml><?xml version="1.0" encoding="utf-8"?>
<p:tagLst xmlns:p="http://schemas.openxmlformats.org/presentationml/2006/main">
  <p:tag name="KSO_WM_SLIDE_ID" val="custom20224697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4697"/>
  <p:tag name="KSO_WM_SLIDE_LAYOUT" val="a_b_l"/>
  <p:tag name="KSO_WM_SLIDE_LAYOUT_CNT" val="1_1_1"/>
  <p:tag name="KSO_WM_SLIDE_TYPE" val="contents"/>
  <p:tag name="KSO_WM_SLIDE_SUBTYPE" val="diag"/>
  <p:tag name="KSO_WM_DIAGRAM_GROUP_CODE" val="l1-1"/>
  <p:tag name="KSO_WM_SLIDE_DIAGTYPE" val="l"/>
  <p:tag name="KSO_WM_CHIP_INFOS" val="{&quot;type&quot;:0,&quot;layout_type&quot;:&quot;1_NF_C_29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8896ab04b8904ebc6455b5"/>
  <p:tag name="KSO_WM_CHIP_FILLPROP" val="[[{&quot;text_align&quot;:&quot;lm&quot;,&quot;text_direction&quot;:&quot;horizontal&quot;,&quot;support_big_font&quot;:false,&quot;picture_toward&quot;:0,&quot;picture_dockside&quot;:[],&quot;fill_id&quot;:&quot;fad2ea1fdd2b420bb19b97a40fbc925e&quot;,&quot;fill_align&quot;:&quot;ct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fad2ea1fdd2b420bb19b97a40fbc925e&quot;,&quot;fill_align&quot;:&quot;ct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fad2ea1fdd2b420bb19b97a40fbc925e&quot;,&quot;fill_align&quot;:&quot;ct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fad2ea1fdd2b420bb19b97a40fbc925e&quot;,&quot;fill_align&quot;:&quot;cm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fad2ea1fdd2b420bb19b97a40fbc925e&quot;,&quot;fill_align&quot;:&quot;c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fad2ea1fdd2b420bb19b97a40fbc925e&quot;,&quot;fill_align&quot;:&quot;cm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fad2ea1fdd2b420bb19b97a40fbc925e&quot;,&quot;fill_align&quot;:&quot;cb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fad2ea1fdd2b420bb19b97a40fbc925e&quot;,&quot;fill_align&quot;:&quot;cb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fad2ea1fdd2b420bb19b97a40fbc925e&quot;,&quot;fill_align&quot;:&quot;cb&quot;,&quot;chip_types&quot;:[&quot;diagram&quot;,&quot;header&quot;]}]]"/>
  <p:tag name="KSO_WM_CHIP_DECFILLPROP" val="[]"/>
  <p:tag name="KSO_WM_CHIP_GROUPID" val="618896ab04b8904ebc6455b7"/>
  <p:tag name="KSO_WM_SLIDE_BK_DARK_LIGHT" val="2"/>
  <p:tag name="KSO_WM_SLIDE_BACKGROUND_TYPE" val="general"/>
  <p:tag name="KSO_WM_SLIDE_SUPPORT_FEATURE_TYPE" val="0"/>
  <p:tag name="KSO_WM_CHIP_COLORING" val="1"/>
  <p:tag name="KSO_WM_TEMPLATE_ASSEMBLE_XID" val="62e109647ec3138b1bb6b637"/>
  <p:tag name="KSO_WM_TEMPLATE_ASSEMBLE_GROUPID" val="62e108497ec3138b1bb69b3e"/>
</p:tagLst>
</file>

<file path=ppt/tags/tag220.xml><?xml version="1.0" encoding="utf-8"?>
<p:tagLst xmlns:p="http://schemas.openxmlformats.org/presentationml/2006/main">
  <p:tag name="KSO_WM_UNIT_DEFAULT_FONT" val="60;66;2"/>
  <p:tag name="KSO_WM_UNIT_BLOCK" val="0"/>
  <p:tag name="KSO_WM_UNIT_DEC_AREA_ID" val="423d14195b2944259e0df3f646a55d6e"/>
  <p:tag name="KSO_WM_UNIT_ISCONTENTSTITLE" val="0"/>
  <p:tag name="KSO_WM_UNIT_ISNUMDGMTITLE" val="0"/>
  <p:tag name="KSO_WM_UNIT_PRESET_TEXT" val="单击此处添加标题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4697_7*a*1"/>
  <p:tag name="KSO_WM_TEMPLATE_CATEGORY" val="custom"/>
  <p:tag name="KSO_WM_TEMPLATE_INDEX" val="20224697"/>
  <p:tag name="KSO_WM_UNIT_LAYERLEVEL" val="1"/>
  <p:tag name="KSO_WM_TAG_VERSION" val="1.0"/>
  <p:tag name="KSO_WM_BEAUTIFY_FLAG" val="#wm#"/>
  <p:tag name="KSO_WM_CHIP_GROUPID" val="6246a7ba9c756053c49268f6"/>
  <p:tag name="KSO_WM_CHIP_XID" val="6246a7ba9c756053c49268f5"/>
  <p:tag name="KSO_WM_CHIP_FILLAREA_FILL_RULE" val="{&quot;fill_align&quot;:&quot;cm&quot;,&quot;fill_mode&quot;:&quot;adaptive&quot;,&quot;sacle_strategy&quot;:&quot;smart&quot;}"/>
  <p:tag name="KSO_WM_ASSEMBLE_CHIP_INDEX" val="53f82ac80435451d96173f09fe927b6d"/>
  <p:tag name="KSO_WM_UNIT_TEXT_FILL_FORE_SCHEMECOLOR_INDEX_BRIGHTNESS" val="0.15"/>
  <p:tag name="KSO_WM_UNIT_TEXT_FILL_FORE_SCHEMECOLOR_INDEX" val="13"/>
  <p:tag name="KSO_WM_UNIT_TEXT_FILL_TYPE" val="1"/>
</p:tagLst>
</file>

<file path=ppt/tags/tag221.xml><?xml version="1.0" encoding="utf-8"?>
<p:tagLst xmlns:p="http://schemas.openxmlformats.org/presentationml/2006/main">
  <p:tag name="KSO_WM_SLIDE_ID" val="custom20224697_7"/>
  <p:tag name="KSO_WM_TEMPLATE_SUBCATEGORY" val="21"/>
  <p:tag name="KSO_WM_TEMPLATE_MASTER_TYPE" val="1"/>
  <p:tag name="KSO_WM_TEMPLATE_COLOR_TYPE" val="1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24697"/>
  <p:tag name="KSO_WM_SLIDE_TYPE" val="sectionTitle"/>
  <p:tag name="KSO_WM_SLIDE_SUBTYPE" val="pureTxt"/>
  <p:tag name="KSO_WM_SLIDE_LAYOUT" val="a_b"/>
  <p:tag name="KSO_WM_SLIDE_LAYOUT_CNT" val="1_1"/>
  <p:tag name="KSO_WM_CHIP_INFOS" val="{&quot;type&quot;:0,&quot;layout_type&quot;:&quot;1_NF_LC_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6e41e630cfd8f114c56"/>
  <p:tag name="KSO_WM_CHIP_FILLPROP" val="[[{&quot;text_align&quot;:&quot;rm&quot;,&quot;text_direction&quot;:&quot;horizontal&quot;,&quot;support_big_font&quot;:false,&quot;picture_toward&quot;:0,&quot;picture_dockside&quot;:[],&quot;fill_id&quot;:&quot;5e565e6883334b0fa39aedf63a16dc5e&quot;,&quot;fill_align&quot;:&quot;cm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5e565e6883334b0fa39aedf63a16dc5e&quot;,&quot;fill_align&quot;:&quot;lt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5e565e6883334b0fa39aedf63a16dc5e&quot;,&quot;fill_align&quot;:&quot;cm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5e565e6883334b0fa39aedf63a16dc5e&quot;,&quot;fill_align&quot;:&quot;lm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5e565e6883334b0fa39aedf63a16dc5e&quot;,&quot;fill_align&quot;:&quot;cm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5e565e6883334b0fa39aedf63a16dc5e&quot;,&quot;fill_align&quot;:&quot;lb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5e565e6883334b0fa39aedf63a16dc5e&quot;,&quot;fill_align&quot;:&quot;lt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5e565e6883334b0fa39aedf63a16dc5e&quot;,&quot;fill_align&quot;:&quot;lm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5e565e6883334b0fa39aedf63a16dc5e&quot;,&quot;fill_align&quot;:&quot;lb&quot;,&quot;chip_types&quot;:[&quot;diagram&quot;,&quot;header&quot;]}]]"/>
  <p:tag name="KSO_WM_CHIP_DECFILLPROP" val="[]"/>
  <p:tag name="KSO_WM_CHIP_GROUPID" val="614a96e41e630cfd8f114c55"/>
  <p:tag name="KSO_WM_SLIDE_LAYOUT_INFO" val="{&quot;id&quot;:&quot;2022-07-27T17:46:30&quot;,&quot;margin&quot;:{&quot;bottom&quot;:6.250770092010498,&quot;left&quot;:2.0866806507110596,&quot;right&quot;:7.77878475189209,&quot;top&quot;:4.994880676269531},&quot;type&quot;:0}"/>
  <p:tag name="KSO_WM_SLIDE_BK_DARK_LIGHT" val="2"/>
  <p:tag name="KSO_WM_SLIDE_BACKGROUND_TYPE" val="general"/>
  <p:tag name="KSO_WM_SLIDE_SUPPORT_FEATURE_TYPE" val="0"/>
  <p:tag name="KSO_WM_CHIP_COLORING" val="1"/>
  <p:tag name="KSO_WM_TEMPLATE_ASSEMBLE_XID" val="62e109617ec3138b1bb6b4fe"/>
  <p:tag name="KSO_WM_TEMPLATE_ASSEMBLE_GROUPID" val="62e108497ec3138b1bb69b3e"/>
</p:tagLst>
</file>

<file path=ppt/tags/tag222.xml><?xml version="1.0" encoding="utf-8"?>
<p:tagLst xmlns:p="http://schemas.openxmlformats.org/presentationml/2006/main">
  <p:tag name="KSO_WM_BEAUTIFY_FLAG" val="#wm#"/>
  <p:tag name="KSO_WM_TEMPLATE_CATEGORY" val="diagram"/>
  <p:tag name="KSO_WM_TEMPLATE_INDEX" val="20220057"/>
</p:tagLst>
</file>

<file path=ppt/tags/tag223.xml><?xml version="1.0" encoding="utf-8"?>
<p:tagLst xmlns:p="http://schemas.openxmlformats.org/presentationml/2006/main">
  <p:tag name="KSO_WM_UNIT_SUBTYPE" val="v"/>
  <p:tag name="KSO_WM_TEMPLATE_CATEGORY" val="chip"/>
  <p:tag name="KSO_WM_TEMPLATE_INDEX" val="20224697"/>
  <p:tag name="KSO_WM_UNIT_TYPE" val="i"/>
  <p:tag name="KSO_WM_UNIT_INDEX" val="1"/>
  <p:tag name="KSO_WM_UNIT_ID" val="chip20224697_2*i*1"/>
  <p:tag name="KSO_WM_BEAUTIFY_FLAG" val="#wm#"/>
  <p:tag name="KSO_WM_TAG_VERSION" val="1.0"/>
  <p:tag name="KSO_WM_CHIP_GROUPID" val="62e108497ec3138b1bb69b3e"/>
  <p:tag name="KSO_WM_CHIP_XID" val="62e1088b7ec3138b1bb69fe5"/>
  <p:tag name="KSO_WM_UNIT_DEC_AREA_ID" val="394d9b0e2b60403481064241e3c85450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39316d72dc974e259334e80d65a09b6f"/>
  <p:tag name="KSO_WM_SLIDE_BACKGROUND_TYPE" val="topBottom"/>
</p:tagLst>
</file>

<file path=ppt/tags/tag22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1741_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1741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204bd1f97788eba87d90828"/>
  <p:tag name="KSO_WM_CHIP_XID" val="627b2927a0f60d12b19e6b69"/>
</p:tagLst>
</file>

<file path=ppt/tags/tag225.xml><?xml version="1.0" encoding="utf-8"?>
<p:tagLst xmlns:p="http://schemas.openxmlformats.org/presentationml/2006/main">
  <p:tag name="KSO_WM_UNIT_SUBTYPE" val="t"/>
  <p:tag name="KSO_WM_TEMPLATE_CATEGORY" val="chip"/>
  <p:tag name="KSO_WM_TEMPLATE_INDEX" val="20224697"/>
  <p:tag name="KSO_WM_UNIT_TYPE" val="i"/>
  <p:tag name="KSO_WM_UNIT_INDEX" val="1"/>
  <p:tag name="KSO_WM_UNIT_ID" val="chip20224697_5*i*1"/>
  <p:tag name="KSO_WM_BEAUTIFY_FLAG" val="#wm#"/>
  <p:tag name="KSO_WM_TAG_VERSION" val="1.0"/>
  <p:tag name="KSO_WM_CHIP_GROUPID" val="62e108497ec3138b1bb69b3e"/>
  <p:tag name="KSO_WM_CHIP_XID" val="62e1088b7ec3138b1bb69fb4"/>
  <p:tag name="KSO_WM_UNIT_DEC_AREA_ID" val="dbc97f8648a64fef958a388689e79a2e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8a488c9182ec4582a1c9d451934e8c55"/>
  <p:tag name="KSO_WM_SLIDE_BACKGROUND_TYPE" val="topBottom"/>
</p:tagLst>
</file>

<file path=ppt/tags/tag226.xml><?xml version="1.0" encoding="utf-8"?>
<p:tagLst xmlns:p="http://schemas.openxmlformats.org/presentationml/2006/main">
  <p:tag name="KSO_WM_UNIT_VALUE" val="381*761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2"/>
  <p:tag name="KSO_WM_UNIT_ID" val="diagram20212062_1*d*2"/>
  <p:tag name="KSO_WM_TEMPLATE_CATEGORY" val="diagram"/>
  <p:tag name="KSO_WM_TEMPLATE_INDEX" val="20212062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5df947db65a54fa2bd2f68b103dba80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rm&quot;,&quot;fill_mode&quot;:&quot;full&quot;,&quot;sacle_strategy&quot;:&quot;smart&quot;}"/>
  <p:tag name="KSO_WM_ASSEMBLE_CHIP_INDEX" val="9fd7340f8c2c4ac1ac7ae961b796f17d"/>
  <p:tag name="KSO_WM_UNIT_SUPPORT_UNIT_TYPE" val="[&quot;d&quot;,&quot;α&quot;,&quot;β&quot;]"/>
  <p:tag name="KSO_WM_TEMPLATE_ASSEMBLE_XID" val="639af9840c9383becde695b3"/>
  <p:tag name="KSO_WM_TEMPLATE_ASSEMBLE_GROUPID" val="639af9840c9383becde695b3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6505_1*q_h_i*1_3_2"/>
  <p:tag name="KSO_WM_TEMPLATE_CATEGORY" val="diagram"/>
  <p:tag name="KSO_WM_TEMPLATE_INDEX" val="20216505"/>
  <p:tag name="KSO_WM_UNIT_LAYERLEVEL" val="1_1_1"/>
  <p:tag name="KSO_WM_TAG_VERSION" val="1.0"/>
  <p:tag name="KSO_WM_BEAUTIFY_FLAG" val="#wm#"/>
  <p:tag name="KSO_WM_UNIT_TYPE" val="q_h_i"/>
  <p:tag name="KSO_WM_UNIT_INDEX" val="1_3_2"/>
  <p:tag name="KSO_WM_DIAGRAM_GROUP_CODE" val="q1-1"/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0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6505_1*q_h_i*1_3_3"/>
  <p:tag name="KSO_WM_TEMPLATE_CATEGORY" val="diagram"/>
  <p:tag name="KSO_WM_TEMPLATE_INDEX" val="20216505"/>
  <p:tag name="KSO_WM_UNIT_LAYERLEVEL" val="1_1_1"/>
  <p:tag name="KSO_WM_TAG_VERSION" val="1.0"/>
  <p:tag name="KSO_WM_BEAUTIFY_FLAG" val="#wm#"/>
  <p:tag name="KSO_WM_UNIT_TYPE" val="q_h_i"/>
  <p:tag name="KSO_WM_UNIT_INDEX" val="1_3_3"/>
  <p:tag name="KSO_WM_DIAGRAM_GROUP_CODE" val="q1-1"/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0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6505_1*q_h_i*1_1_2"/>
  <p:tag name="KSO_WM_TEMPLATE_CATEGORY" val="diagram"/>
  <p:tag name="KSO_WM_TEMPLATE_INDEX" val="20216505"/>
  <p:tag name="KSO_WM_UNIT_LAYERLEVEL" val="1_1_1"/>
  <p:tag name="KSO_WM_TAG_VERSION" val="1.0"/>
  <p:tag name="KSO_WM_BEAUTIFY_FLAG" val="#wm#"/>
  <p:tag name="KSO_WM_UNIT_TYPE" val="q_h_i"/>
  <p:tag name="KSO_WM_UNIT_INDEX" val="1_1_2"/>
  <p:tag name="KSO_WM_DIAGRAM_GROUP_CODE" val="q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0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6505_1*q_h_i*1_1_3"/>
  <p:tag name="KSO_WM_TEMPLATE_CATEGORY" val="diagram"/>
  <p:tag name="KSO_WM_TEMPLATE_INDEX" val="20216505"/>
  <p:tag name="KSO_WM_UNIT_LAYERLEVEL" val="1_1_1"/>
  <p:tag name="KSO_WM_TAG_VERSION" val="1.0"/>
  <p:tag name="KSO_WM_BEAUTIFY_FLAG" val="#wm#"/>
  <p:tag name="KSO_WM_UNIT_TYPE" val="q_h_i"/>
  <p:tag name="KSO_WM_UNIT_INDEX" val="1_1_3"/>
  <p:tag name="KSO_WM_DIAGRAM_GROUP_CODE" val="q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0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6505_1*q_h_i*1_2_2"/>
  <p:tag name="KSO_WM_TEMPLATE_CATEGORY" val="diagram"/>
  <p:tag name="KSO_WM_TEMPLATE_INDEX" val="20216505"/>
  <p:tag name="KSO_WM_UNIT_LAYERLEVEL" val="1_1_1"/>
  <p:tag name="KSO_WM_TAG_VERSION" val="1.0"/>
  <p:tag name="KSO_WM_BEAUTIFY_FLAG" val="#wm#"/>
  <p:tag name="KSO_WM_UNIT_TYPE" val="q_h_i"/>
  <p:tag name="KSO_WM_UNIT_INDEX" val="1_2_2"/>
  <p:tag name="KSO_WM_DIAGRAM_GROUP_CODE" val="q1-1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0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6505_1*q_h_i*1_2_3"/>
  <p:tag name="KSO_WM_TEMPLATE_CATEGORY" val="diagram"/>
  <p:tag name="KSO_WM_TEMPLATE_INDEX" val="20216505"/>
  <p:tag name="KSO_WM_UNIT_LAYERLEVEL" val="1_1_1"/>
  <p:tag name="KSO_WM_TAG_VERSION" val="1.0"/>
  <p:tag name="KSO_WM_BEAUTIFY_FLAG" val="#wm#"/>
  <p:tag name="KSO_WM_UNIT_TYPE" val="q_h_i"/>
  <p:tag name="KSO_WM_UNIT_INDEX" val="1_2_3"/>
  <p:tag name="KSO_WM_DIAGRAM_GROUP_CODE" val="q1-1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0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6505_1*q_h_f*1_2_1"/>
  <p:tag name="KSO_WM_TEMPLATE_CATEGORY" val="diagram"/>
  <p:tag name="KSO_WM_TEMPLATE_INDEX" val="20216505"/>
  <p:tag name="KSO_WM_UNIT_LAYERLEVEL" val="1_1_1"/>
  <p:tag name="KSO_WM_TAG_VERSION" val="1.0"/>
  <p:tag name="KSO_WM_BEAUTIFY_FLAG" val="#wm#"/>
  <p:tag name="KSO_WM_UNIT_SUBTYPE" val="a"/>
  <p:tag name="KSO_WM_UNIT_PRESET_TEXT" val="单击此处输入你的正文，文字是您思想的提炼，为了最终演示发布的良好效果，请尽量言简意赅的阐述观点。"/>
  <p:tag name="KSO_WM_UNIT_NOCLEAR" val="0"/>
  <p:tag name="KSO_WM_UNIT_TYPE" val="q_h_f"/>
  <p:tag name="KSO_WM_UNIT_INDEX" val="1_2_1"/>
  <p:tag name="KSO_WM_DIAGRAM_GROUP_CODE" val="q1-1"/>
  <p:tag name="KSO_WM_UNIT_TEXT_FILL_FORE_SCHEMECOLOR_INDEX_BRIGHTNESS" val="0.25"/>
  <p:tag name="KSO_WM_UNIT_TEXT_FILL_FORE_SCHEMECOLOR_INDEX" val="13"/>
  <p:tag name="KSO_WM_UNIT_TEXT_FILL_TYPE" val="1"/>
  <p:tag name="KSO_WM_UNIT_USESOURCEFORMAT_APPLY" val="0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6505_1*q_h_a*1_2_1"/>
  <p:tag name="KSO_WM_TEMPLATE_CATEGORY" val="diagram"/>
  <p:tag name="KSO_WM_TEMPLATE_INDEX" val="20216505"/>
  <p:tag name="KSO_WM_UNIT_LAYERLEVEL" val="1_1_1"/>
  <p:tag name="KSO_WM_TAG_VERSION" val="1.0"/>
  <p:tag name="KSO_WM_BEAUTIFY_FLAG" val="#wm#"/>
  <p:tag name="KSO_WM_UNIT_ISCONTENTSTITLE" val="0"/>
  <p:tag name="KSO_WM_UNIT_ISNUMDGMTITLE" val="0"/>
  <p:tag name="KSO_WM_UNIT_PRESET_TEXT" val="添加标题"/>
  <p:tag name="KSO_WM_UNIT_NOCLEAR" val="0"/>
  <p:tag name="KSO_WM_UNIT_TYPE" val="q_h_a"/>
  <p:tag name="KSO_WM_UNIT_INDEX" val="1_2_1"/>
  <p:tag name="KSO_WM_DIAGRAM_GROUP_CODE" val="q1-1"/>
  <p:tag name="KSO_WM_UNIT_TEXT_FILL_FORE_SCHEMECOLOR_INDEX_BRIGHTNESS" val="0"/>
  <p:tag name="KSO_WM_UNIT_TEXT_FILL_FORE_SCHEMECOLOR_INDEX" val="7"/>
  <p:tag name="KSO_WM_UNIT_TEXT_FILL_TYPE" val="1"/>
  <p:tag name="KSO_WM_UNIT_USESOURCEFORMAT_APPLY" val="0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6505_1*q_h_i*1_2_4"/>
  <p:tag name="KSO_WM_TEMPLATE_CATEGORY" val="diagram"/>
  <p:tag name="KSO_WM_TEMPLATE_INDEX" val="20216505"/>
  <p:tag name="KSO_WM_UNIT_LAYERLEVEL" val="1_1_1"/>
  <p:tag name="KSO_WM_TAG_VERSION" val="1.0"/>
  <p:tag name="KSO_WM_BEAUTIFY_FLAG" val="#wm#"/>
  <p:tag name="KSO_WM_UNIT_TYPE" val="q_h_i"/>
  <p:tag name="KSO_WM_UNIT_INDEX" val="1_2_4"/>
  <p:tag name="KSO_WM_DIAGRAM_GROUP_CODE" val="q1-1"/>
  <p:tag name="KSO_WM_UNIT_LINE_FORE_SCHEMECOLOR_INDEX_BRIGHTNESS" val="0"/>
  <p:tag name="KSO_WM_UNIT_LINE_FORE_SCHEMECOLOR_INDEX" val="7"/>
  <p:tag name="KSO_WM_UNIT_LINE_FILL_TYPE" val="2"/>
  <p:tag name="KSO_WM_UNIT_USESOURCEFORMAT_APPLY" val="0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6505_1*q_h_f*1_1_1"/>
  <p:tag name="KSO_WM_TEMPLATE_CATEGORY" val="diagram"/>
  <p:tag name="KSO_WM_TEMPLATE_INDEX" val="20216505"/>
  <p:tag name="KSO_WM_UNIT_LAYERLEVEL" val="1_1_1"/>
  <p:tag name="KSO_WM_TAG_VERSION" val="1.0"/>
  <p:tag name="KSO_WM_BEAUTIFY_FLAG" val="#wm#"/>
  <p:tag name="KSO_WM_UNIT_SUBTYPE" val="a"/>
  <p:tag name="KSO_WM_UNIT_PRESET_TEXT" val="单击此处输入你的正文，文字是您思想的提炼，为了最终演示发布的良好效果，请尽量言简意赅的阐述观点。"/>
  <p:tag name="KSO_WM_UNIT_NOCLEAR" val="0"/>
  <p:tag name="KSO_WM_UNIT_TYPE" val="q_h_f"/>
  <p:tag name="KSO_WM_UNIT_INDEX" val="1_1_1"/>
  <p:tag name="KSO_WM_DIAGRAM_GROUP_CODE" val="q1-1"/>
  <p:tag name="KSO_WM_UNIT_TEXT_FILL_FORE_SCHEMECOLOR_INDEX_BRIGHTNESS" val="0.25"/>
  <p:tag name="KSO_WM_UNIT_TEXT_FILL_FORE_SCHEMECOLOR_INDEX" val="13"/>
  <p:tag name="KSO_WM_UNIT_TEXT_FILL_TYPE" val="1"/>
  <p:tag name="KSO_WM_UNIT_USESOURCEFORMAT_APPLY" val="0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6505_1*q_h_a*1_1_1"/>
  <p:tag name="KSO_WM_TEMPLATE_CATEGORY" val="diagram"/>
  <p:tag name="KSO_WM_TEMPLATE_INDEX" val="20216505"/>
  <p:tag name="KSO_WM_UNIT_LAYERLEVEL" val="1_1_1"/>
  <p:tag name="KSO_WM_TAG_VERSION" val="1.0"/>
  <p:tag name="KSO_WM_BEAUTIFY_FLAG" val="#wm#"/>
  <p:tag name="KSO_WM_UNIT_ISCONTENTSTITLE" val="0"/>
  <p:tag name="KSO_WM_UNIT_ISNUMDGMTITLE" val="0"/>
  <p:tag name="KSO_WM_UNIT_PRESET_TEXT" val="添加标题"/>
  <p:tag name="KSO_WM_UNIT_NOCLEAR" val="0"/>
  <p:tag name="KSO_WM_UNIT_TYPE" val="q_h_a"/>
  <p:tag name="KSO_WM_UNIT_INDEX" val="1_1_1"/>
  <p:tag name="KSO_WM_DIAGRAM_GROUP_CODE" val="q1-1"/>
  <p:tag name="KSO_WM_UNIT_TEXT_FILL_FORE_SCHEMECOLOR_INDEX_BRIGHTNESS" val="0"/>
  <p:tag name="KSO_WM_UNIT_TEXT_FILL_FORE_SCHEMECOLOR_INDEX" val="5"/>
  <p:tag name="KSO_WM_UNIT_TEXT_FILL_TYPE" val="1"/>
  <p:tag name="KSO_WM_UNIT_USESOURCEFORMAT_APPLY" val="0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6505_1*q_h_i*1_1_4"/>
  <p:tag name="KSO_WM_TEMPLATE_CATEGORY" val="diagram"/>
  <p:tag name="KSO_WM_TEMPLATE_INDEX" val="20216505"/>
  <p:tag name="KSO_WM_UNIT_LAYERLEVEL" val="1_1_1"/>
  <p:tag name="KSO_WM_TAG_VERSION" val="1.0"/>
  <p:tag name="KSO_WM_BEAUTIFY_FLAG" val="#wm#"/>
  <p:tag name="KSO_WM_UNIT_TYPE" val="q_h_i"/>
  <p:tag name="KSO_WM_UNIT_INDEX" val="1_1_4"/>
  <p:tag name="KSO_WM_DIAGRAM_GROUP_CODE" val="q1-1"/>
  <p:tag name="KSO_WM_UNIT_LINE_FORE_SCHEMECOLOR_INDEX_BRIGHTNESS" val="0"/>
  <p:tag name="KSO_WM_UNIT_LINE_FORE_SCHEMECOLOR_INDEX" val="5"/>
  <p:tag name="KSO_WM_UNIT_LINE_FILL_TYPE" val="2"/>
  <p:tag name="KSO_WM_UNIT_USESOURCEFORMAT_APPLY" val="0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6505_1*q_h_f*1_3_1"/>
  <p:tag name="KSO_WM_TEMPLATE_CATEGORY" val="diagram"/>
  <p:tag name="KSO_WM_TEMPLATE_INDEX" val="20216505"/>
  <p:tag name="KSO_WM_UNIT_LAYERLEVEL" val="1_1_1"/>
  <p:tag name="KSO_WM_TAG_VERSION" val="1.0"/>
  <p:tag name="KSO_WM_BEAUTIFY_FLAG" val="#wm#"/>
  <p:tag name="KSO_WM_UNIT_SUBTYPE" val="a"/>
  <p:tag name="KSO_WM_UNIT_PRESET_TEXT" val="单击此处输入你的正文，文字是您思想的提炼，为了最终演示发布的良好效果，请尽量言简意赅的阐述观点。"/>
  <p:tag name="KSO_WM_UNIT_NOCLEAR" val="0"/>
  <p:tag name="KSO_WM_UNIT_TYPE" val="q_h_f"/>
  <p:tag name="KSO_WM_UNIT_INDEX" val="1_3_1"/>
  <p:tag name="KSO_WM_DIAGRAM_GROUP_CODE" val="q1-1"/>
  <p:tag name="KSO_WM_UNIT_TEXT_FILL_FORE_SCHEMECOLOR_INDEX_BRIGHTNESS" val="0.25"/>
  <p:tag name="KSO_WM_UNIT_TEXT_FILL_FORE_SCHEMECOLOR_INDEX" val="13"/>
  <p:tag name="KSO_WM_UNIT_TEXT_FILL_TYPE" val="1"/>
  <p:tag name="KSO_WM_UNIT_USESOURCEFORMAT_APPLY" val="0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6505_1*q_h_a*1_3_1"/>
  <p:tag name="KSO_WM_TEMPLATE_CATEGORY" val="diagram"/>
  <p:tag name="KSO_WM_TEMPLATE_INDEX" val="20216505"/>
  <p:tag name="KSO_WM_UNIT_LAYERLEVEL" val="1_1_1"/>
  <p:tag name="KSO_WM_TAG_VERSION" val="1.0"/>
  <p:tag name="KSO_WM_BEAUTIFY_FLAG" val="#wm#"/>
  <p:tag name="KSO_WM_UNIT_ISCONTENTSTITLE" val="0"/>
  <p:tag name="KSO_WM_UNIT_ISNUMDGMTITLE" val="0"/>
  <p:tag name="KSO_WM_UNIT_PRESET_TEXT" val="添加标题"/>
  <p:tag name="KSO_WM_UNIT_NOCLEAR" val="0"/>
  <p:tag name="KSO_WM_UNIT_TYPE" val="q_h_a"/>
  <p:tag name="KSO_WM_UNIT_INDEX" val="1_3_1"/>
  <p:tag name="KSO_WM_DIAGRAM_GROUP_CODE" val="q1-1"/>
  <p:tag name="KSO_WM_UNIT_TEXT_FILL_FORE_SCHEMECOLOR_INDEX_BRIGHTNESS" val="0"/>
  <p:tag name="KSO_WM_UNIT_TEXT_FILL_FORE_SCHEMECOLOR_INDEX" val="10"/>
  <p:tag name="KSO_WM_UNIT_TEXT_FILL_TYPE" val="1"/>
  <p:tag name="KSO_WM_UNIT_USESOURCEFORMAT_APPLY" val="0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6505_1*q_h_i*1_3_4"/>
  <p:tag name="KSO_WM_TEMPLATE_CATEGORY" val="diagram"/>
  <p:tag name="KSO_WM_TEMPLATE_INDEX" val="20216505"/>
  <p:tag name="KSO_WM_UNIT_LAYERLEVEL" val="1_1_1"/>
  <p:tag name="KSO_WM_TAG_VERSION" val="1.0"/>
  <p:tag name="KSO_WM_BEAUTIFY_FLAG" val="#wm#"/>
  <p:tag name="KSO_WM_UNIT_TYPE" val="q_h_i"/>
  <p:tag name="KSO_WM_UNIT_INDEX" val="1_3_4"/>
  <p:tag name="KSO_WM_DIAGRAM_GROUP_CODE" val="q1-1"/>
  <p:tag name="KSO_WM_UNIT_LINE_FORE_SCHEMECOLOR_INDEX_BRIGHTNESS" val="0"/>
  <p:tag name="KSO_WM_UNIT_LINE_FORE_SCHEMECOLOR_INDEX" val="10"/>
  <p:tag name="KSO_WM_UNIT_LINE_FILL_TYPE" val="2"/>
  <p:tag name="KSO_WM_UNIT_USESOURCEFORMAT_APPLY" val="0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6505_1*q_h_i*1_1_1"/>
  <p:tag name="KSO_WM_TEMPLATE_CATEGORY" val="diagram"/>
  <p:tag name="KSO_WM_TEMPLATE_INDEX" val="20216505"/>
  <p:tag name="KSO_WM_UNIT_LAYERLEVEL" val="1_1_1"/>
  <p:tag name="KSO_WM_TAG_VERSION" val="1.0"/>
  <p:tag name="KSO_WM_BEAUTIFY_FLAG" val="#wm#"/>
  <p:tag name="KSO_WM_UNIT_SUBTYPE" val="d"/>
  <p:tag name="KSO_WM_UNIT_TYPE" val="q_h_i"/>
  <p:tag name="KSO_WM_UNIT_INDEX" val="1_1_1"/>
  <p:tag name="KSO_WM_DIAGRAM_GROUP_CODE" val="q1-1"/>
  <p:tag name="KSO_WM_UNIT_TEXT_FILL_FORE_SCHEMECOLOR_INDEX_BRIGHTNESS" val="0"/>
  <p:tag name="KSO_WM_UNIT_TEXT_FILL_FORE_SCHEMECOLOR_INDEX" val="14"/>
  <p:tag name="KSO_WM_UNIT_TEXT_FILL_TYPE" val="1"/>
  <p:tag name="KSO_WM_UNIT_USESOURCEFORMAT_APPLY" val="0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6505_1*q_h_i*1_2_1"/>
  <p:tag name="KSO_WM_TEMPLATE_CATEGORY" val="diagram"/>
  <p:tag name="KSO_WM_TEMPLATE_INDEX" val="20216505"/>
  <p:tag name="KSO_WM_UNIT_LAYERLEVEL" val="1_1_1"/>
  <p:tag name="KSO_WM_TAG_VERSION" val="1.0"/>
  <p:tag name="KSO_WM_BEAUTIFY_FLAG" val="#wm#"/>
  <p:tag name="KSO_WM_UNIT_SUBTYPE" val="d"/>
  <p:tag name="KSO_WM_UNIT_TYPE" val="q_h_i"/>
  <p:tag name="KSO_WM_UNIT_INDEX" val="1_2_1"/>
  <p:tag name="KSO_WM_DIAGRAM_GROUP_CODE" val="q1-1"/>
  <p:tag name="KSO_WM_UNIT_TEXT_FILL_FORE_SCHEMECOLOR_INDEX_BRIGHTNESS" val="0"/>
  <p:tag name="KSO_WM_UNIT_TEXT_FILL_FORE_SCHEMECOLOR_INDEX" val="14"/>
  <p:tag name="KSO_WM_UNIT_TEXT_FILL_TYPE" val="1"/>
  <p:tag name="KSO_WM_UNIT_USESOURCEFORMAT_APPLY" val="0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6505_1*q_h_i*1_3_1"/>
  <p:tag name="KSO_WM_TEMPLATE_CATEGORY" val="diagram"/>
  <p:tag name="KSO_WM_TEMPLATE_INDEX" val="20216505"/>
  <p:tag name="KSO_WM_UNIT_LAYERLEVEL" val="1_1_1"/>
  <p:tag name="KSO_WM_TAG_VERSION" val="1.0"/>
  <p:tag name="KSO_WM_BEAUTIFY_FLAG" val="#wm#"/>
  <p:tag name="KSO_WM_UNIT_SUBTYPE" val="d"/>
  <p:tag name="KSO_WM_UNIT_TYPE" val="q_h_i"/>
  <p:tag name="KSO_WM_UNIT_INDEX" val="1_3_1"/>
  <p:tag name="KSO_WM_DIAGRAM_GROUP_CODE" val="q1-1"/>
  <p:tag name="KSO_WM_UNIT_TEXT_FILL_FORE_SCHEMECOLOR_INDEX_BRIGHTNESS" val="0"/>
  <p:tag name="KSO_WM_UNIT_TEXT_FILL_FORE_SCHEMECOLOR_INDEX" val="14"/>
  <p:tag name="KSO_WM_UNIT_TEXT_FILL_TYPE" val="1"/>
  <p:tag name="KSO_WM_UNIT_USESOURCEFORMAT_APPLY" val="0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6505_1*q_i*1_1"/>
  <p:tag name="KSO_WM_TEMPLATE_CATEGORY" val="diagram"/>
  <p:tag name="KSO_WM_TEMPLATE_INDEX" val="20216505"/>
  <p:tag name="KSO_WM_UNIT_LAYERLEVEL" val="1_1"/>
  <p:tag name="KSO_WM_TAG_VERSION" val="1.0"/>
  <p:tag name="KSO_WM_BEAUTIFY_FLAG" val="#wm#"/>
  <p:tag name="KSO_WM_UNIT_TYPE" val="q_i"/>
  <p:tag name="KSO_WM_UNIT_INDEX" val="1_1"/>
  <p:tag name="KSO_WM_DIAGRAM_GROUP_CODE" val="q1-1"/>
  <p:tag name="KSO_WM_UNIT_FILL_FORE_SCHEMECOLOR_INDEX_BRIGHTNESS" val="0.5"/>
  <p:tag name="KSO_WM_UNIT_FILL_FORE_SCHEMECOLOR_INDEX" val="13"/>
  <p:tag name="KSO_WM_UNIT_FILL_TYPE" val="1"/>
  <p:tag name="KSO_WM_UNIT_USESOURCEFORMAT_APPLY" val="0"/>
</p:tagLst>
</file>

<file path=ppt/tags/tag246.xml><?xml version="1.0" encoding="utf-8"?>
<p:tagLst xmlns:p="http://schemas.openxmlformats.org/presentationml/2006/main">
  <p:tag name="KSO_WM_SLIDE_CONTENT_ORIENTATION" val=""/>
  <p:tag name="KSO_WM_SLIDE_HAS_MASK" val="0"/>
  <p:tag name="KSO_WM_SLIDE_ITEM_CNT" val="0"/>
  <p:tag name="KSO_WM_SLIDE_TYPE" val="text"/>
  <p:tag name="KSO_WM_TEMPLATE_SUBCATEGORY" val="25"/>
  <p:tag name="KSO_WM_BEAUTIFY_FLAG" val="#wm#"/>
  <p:tag name="KSO_WM_TEMPLATE_FIGMA_ID" val="69796638453"/>
  <p:tag name="KSO_WM_TEMPLATE_SLIDE_ID" val="slide_3fa2b457fbd1d7e4"/>
  <p:tag name="KSO_WM_SLIDE_ID" val="diagram20220057_1"/>
  <p:tag name="KSO_WM_TEMPLATE_MASTER_TYPE" val="0"/>
  <p:tag name="KSO_WM_TEMPLATE_COLOR_TYPE" val="0"/>
  <p:tag name="KSO_WM_SLIDE_INDEX" val="1"/>
  <p:tag name="KSO_WM_TAG_VERSION" val="1.0"/>
  <p:tag name="KSO_WM_TEMPLATE_CATEGORY" val="diagram"/>
  <p:tag name="KSO_WM_TEMPLATE_INDEX" val="20220057"/>
  <p:tag name="KSO_WM_SLIDE_LAYOUT" val="a_d_i"/>
  <p:tag name="KSO_WM_SLIDE_LAYOUT_CNT" val="1_1_1"/>
  <p:tag name="KSO_WM_SLIDE_LAYOUT_INFO" val="{&quot;id&quot;:&quot;2026-10-08T23:26:47&quot;,&quot;maxSize&quot;:{&quot;size1&quot;:21.1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topBottom&quot;}],&quot;id&quot;:&quot;2026-10-08T23:26:47&quot;,&quot;margin&quot;:{&quot;bottom&quot;:0.2120000123977661,&quot;left&quot;:1.2699999809265137,&quot;right&quot;:1.2699999809265137,&quot;top&quot;:0.2120000123977661},&quot;type&quot;:0},{&quot;id&quot;:&quot;2026-10-08T23:26:47&quot;,&quot;margin&quot;:{&quot;bottom&quot;:0.847000002861023,&quot;left&quot;:1.2699999809265137,&quot;right&quot;:1.2699999809265137,&quot;top&quot;:0.847000002861023},&quot;type&quot;:0}],&quot;type&quot;:0}"/>
  <p:tag name="KSO_WM_SLIDE_RATIO" val="1.777778"/>
  <p:tag name="KSO_WM_SLIDE_LAYOUTTYPE" val="navigation"/>
  <p:tag name="KSO_WM_SLIDE_SUBTYPE" val="picTxt"/>
  <p:tag name="KSO_WM_SLIDE_SIZE" val="960*516"/>
  <p:tag name="KSO_WM_SLIDE_POSITION" val="0*0"/>
  <p:tag name="KSO_WM_SLIDE_BACKGROUND" val="[&quot;topBottom&quot;]"/>
  <p:tag name="KSO_WM_SLIDE_BACKGROUND_TYPE" val="topBottom"/>
</p:tagLst>
</file>

<file path=ppt/tags/tag247.xml><?xml version="1.0" encoding="utf-8"?>
<p:tagLst xmlns:p="http://schemas.openxmlformats.org/presentationml/2006/main">
  <p:tag name="KSO_WM_AICARD_INVALID" val="Invalid"/>
</p:tagLst>
</file>

<file path=ppt/tags/tag248.xml><?xml version="1.0" encoding="utf-8"?>
<p:tagLst xmlns:p="http://schemas.openxmlformats.org/presentationml/2006/main">
  <p:tag name="KSO_WM_BEAUTIFY_FLAG" val="#wm#"/>
  <p:tag name="KSO_WM_TEMPLATE_CATEGORY" val="custom"/>
  <p:tag name="KSO_WM_TEMPLATE_INDEX" val="20224697"/>
  <p:tag name="KSO_WM_AICARD_INVALID" val="Invalid"/>
</p:tagLst>
</file>

<file path=ppt/tags/tag249.xml><?xml version="1.0" encoding="utf-8"?>
<p:tagLst xmlns:p="http://schemas.openxmlformats.org/presentationml/2006/main">
  <p:tag name="KSO_WM_BEAUTIFY_FLAG" val="#wm#"/>
  <p:tag name="KSO_WM_TEMPLATE_CATEGORY" val="diagram"/>
  <p:tag name="KSO_WM_TEMPLATE_INDEX" val="20220057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5_Office 主题​​">
  <a:themeElements>
    <a:clrScheme name="">
      <a:dk1>
        <a:srgbClr val="000000"/>
      </a:dk1>
      <a:lt1>
        <a:srgbClr val="FFFFFF"/>
      </a:lt1>
      <a:dk2>
        <a:srgbClr val="840000"/>
      </a:dk2>
      <a:lt2>
        <a:srgbClr val="C50405"/>
      </a:lt2>
      <a:accent1>
        <a:srgbClr val="D60606"/>
      </a:accent1>
      <a:accent2>
        <a:srgbClr val="F2D178"/>
      </a:accent2>
      <a:accent3>
        <a:srgbClr val="E8BC52"/>
      </a:accent3>
      <a:accent4>
        <a:srgbClr val="A83A00"/>
      </a:accent4>
      <a:accent5>
        <a:srgbClr val="D15947"/>
      </a:accent5>
      <a:accent6>
        <a:srgbClr val="8E0000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4769</Words>
  <Application>WPS 演示</Application>
  <PresentationFormat>宽屏</PresentationFormat>
  <Paragraphs>898</Paragraphs>
  <Slides>55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55</vt:i4>
      </vt:variant>
    </vt:vector>
  </HeadingPairs>
  <TitlesOfParts>
    <vt:vector size="79" baseType="lpstr">
      <vt:lpstr>Arial</vt:lpstr>
      <vt:lpstr>宋体</vt:lpstr>
      <vt:lpstr>Wingdings</vt:lpstr>
      <vt:lpstr>微软雅黑</vt:lpstr>
      <vt:lpstr>汉仪黑方W</vt:lpstr>
      <vt:lpstr>汉仪金陵刻经 W</vt:lpstr>
      <vt:lpstr>Arial</vt:lpstr>
      <vt:lpstr>方正大标宋简体</vt:lpstr>
      <vt:lpstr>方正小标宋_GBK</vt:lpstr>
      <vt:lpstr>Helvetica</vt:lpstr>
      <vt:lpstr>Gill Sans</vt:lpstr>
      <vt:lpstr>Playfair Display</vt:lpstr>
      <vt:lpstr>Segoe Print</vt:lpstr>
      <vt:lpstr>Noto Serif SC</vt:lpstr>
      <vt:lpstr>Arial Unicode MS</vt:lpstr>
      <vt:lpstr>Calibri</vt:lpstr>
      <vt:lpstr>Gill Sans MT</vt:lpstr>
      <vt:lpstr>Gill Sans</vt:lpstr>
      <vt:lpstr>Playfair Display</vt:lpstr>
      <vt:lpstr>汉仪金陵刻经 W</vt:lpstr>
      <vt:lpstr>Office 主题</vt:lpstr>
      <vt:lpstr>15_Office 主题​​</vt:lpstr>
      <vt:lpstr>默认主题</vt:lpstr>
      <vt:lpstr>1_默认主题</vt:lpstr>
      <vt:lpstr>从照金到延安 </vt:lpstr>
      <vt:lpstr>PowerPoint 演示文稿</vt:lpstr>
      <vt:lpstr>开篇：一条来路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《从照金到延安》汇报 PPT · 大纲与文案</dc:title>
  <dc:creator/>
  <cp:lastModifiedBy>王昕</cp:lastModifiedBy>
  <cp:revision>27</cp:revision>
  <dcterms:created xsi:type="dcterms:W3CDTF">2026-10-08T15:18:00Z</dcterms:created>
  <dcterms:modified xsi:type="dcterms:W3CDTF">2026-10-08T16:23:24Z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KSOTemplateUUID">
    <vt:lpwstr>v1.0_ai_69796638453</vt:lpwstr>
  </property>
  <property fmtid="{D5CDD505-2E9C-101B-9397-08002B2CF9AE}" pid="4" name="ICV">
    <vt:lpwstr>0CF829C01A684DDA94917371DEE72565_13</vt:lpwstr>
  </property>
  <property fmtid="{D5CDD505-2E9C-101B-9397-08002B2CF9AE}" pid="5" name="intentionCode">
    <vt:lpwstr>wps_wpp_generate_doc_pay</vt:lpwstr>
  </property>
  <property fmtid="{D5CDD505-2E9C-101B-9397-08002B2CF9AE}" pid="6" name="KSOAIPPTCode">
    <vt:lpwstr>oHYwnAMC5xUctc9kgGKJjWHTSReG09OCaXPycOM0QdASLUx/dCQmEtDVCygBuGTCGFa60tX7h96FRmWAkueN4iEV1L1EVDI6HABw94U4g9va64IVLZOS/ZfLUZaKOgOXXEU0CumQVD2nnmaiEw7Wg4KuLLgqghMbyHkNmFUJHuWjFUr8c/88hfw+S0EgqBiVZaydUXct1ZrLJaYZD3o8db2kj0DZmBMEcvqVXVlMi7BBM5qwRm1xXXkg1iFs2sHm7LIGAx6xRYisRo8jH2y7NERa412JZScW9r4YUIYSCdvDaNovf7B+f6dGYjK39XdVvgCNfts0bgVhCo5QD++xnA==</vt:lpwstr>
  </property>
</Properties>
</file>