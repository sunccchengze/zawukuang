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80" r:id="rId2"/>
  </p:sldIdLst>
  <p:sldSz cx="12192000" cy="6858000"/>
  <p:notesSz cx="6858000" cy="9144000"/>
  <p:embeddedFontLst>
    <p:embeddedFont>
      <p:font typeface="等线" panose="02010600030101010101" pitchFamily="2" charset="-122"/>
      <p:regular r:id="rId4"/>
      <p:bold r:id="rId5"/>
    </p:embeddedFont>
    <p:embeddedFont>
      <p:font typeface="思源宋体 CN Heavy" panose="02020900000000000000" pitchFamily="18" charset="-122"/>
      <p:bold r:id="rId6"/>
    </p:embeddedFont>
    <p:embeddedFont>
      <p:font typeface="思源宋体 CN Medium" panose="02020500000000000000" pitchFamily="18" charset="-122"/>
      <p:regular r:id="rId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94CF"/>
    <a:srgbClr val="FFC208"/>
    <a:srgbClr val="02276D"/>
    <a:srgbClr val="005699"/>
    <a:srgbClr val="C09200"/>
    <a:srgbClr val="FEFBF2"/>
    <a:srgbClr val="8BCDFF"/>
    <a:srgbClr val="0258AD"/>
    <a:srgbClr val="16499A"/>
    <a:srgbClr val="159B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3006" autoAdjust="0"/>
  </p:normalViewPr>
  <p:slideViewPr>
    <p:cSldViewPr snapToGrid="0">
      <p:cViewPr varScale="1">
        <p:scale>
          <a:sx n="114" d="100"/>
          <a:sy n="114" d="100"/>
        </p:scale>
        <p:origin x="102" y="186"/>
      </p:cViewPr>
      <p:guideLst>
        <p:guide orient="horz" pos="206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5F46AF-8510-40B5-9E0C-75627CDA9C24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B0AFDC-836C-4ED5-B957-2FE30670CEC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DDF71-61E1-18DE-2600-FA2B26CE5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942FBF-01CB-2B93-D5B1-4C4791AA53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903CF5-81DC-8352-B9CC-5F445EAB2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我目前是博士三年级，作为一名中共党员，我始终将个人成长融入集体需要，在服务奉献中践行初心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DD9FAB-6C79-7099-8ECD-14E5D7F4BB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B0AFDC-836C-4ED5-B957-2FE30670CEC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780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思源宋体 CN Heavy" panose="02020900000000000000" pitchFamily="18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ea typeface="思源宋体 CN Heavy" panose="02020900000000000000" pitchFamily="18" charset="-122"/>
              </a:defRPr>
            </a:lvl1pPr>
            <a:lvl2pPr>
              <a:defRPr>
                <a:ea typeface="思源宋体 CN Heavy" panose="02020900000000000000" pitchFamily="18" charset="-122"/>
              </a:defRPr>
            </a:lvl2pPr>
            <a:lvl3pPr>
              <a:defRPr>
                <a:ea typeface="思源宋体 CN Heavy" panose="02020900000000000000" pitchFamily="18" charset="-122"/>
              </a:defRPr>
            </a:lvl3pPr>
            <a:lvl4pPr>
              <a:defRPr>
                <a:ea typeface="思源宋体 CN Heavy" panose="02020900000000000000" pitchFamily="18" charset="-122"/>
              </a:defRPr>
            </a:lvl4pPr>
            <a:lvl5pPr>
              <a:defRPr>
                <a:ea typeface="思源宋体 CN Heavy" panose="02020900000000000000" pitchFamily="18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思源宋体 CN Heavy" panose="02020900000000000000" pitchFamily="18" charset="-122"/>
              </a:defRPr>
            </a:lvl1pPr>
          </a:lstStyle>
          <a:p>
            <a:fld id="{538DF877-E694-4C66-8291-CD5C735FA082}" type="datetimeFigureOut">
              <a:rPr lang="zh-CN" altLang="en-US" smtClean="0"/>
              <a:pPr/>
              <a:t>2026/10/14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思源宋体 CN Heavy" panose="02020900000000000000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思源宋体 CN Heavy" panose="02020900000000000000" pitchFamily="18" charset="-122"/>
              </a:defRPr>
            </a:lvl1pPr>
          </a:lstStyle>
          <a:p>
            <a:fld id="{A85DFFDD-0C92-481E-8034-0C88AF39450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475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13" Type="http://schemas.openxmlformats.org/officeDocument/2006/relationships/image" Target="../media/image5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4.xml"/><Relationship Id="rId12" Type="http://schemas.openxmlformats.org/officeDocument/2006/relationships/image" Target="../media/image4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3.png"/><Relationship Id="rId5" Type="http://schemas.openxmlformats.org/officeDocument/2006/relationships/tags" Target="../tags/tag5.xml"/><Relationship Id="rId15" Type="http://schemas.microsoft.com/office/2007/relationships/hdphoto" Target="../media/hdphoto1.wdp"/><Relationship Id="rId10" Type="http://schemas.openxmlformats.org/officeDocument/2006/relationships/image" Target="../media/image2.png"/><Relationship Id="rId4" Type="http://schemas.openxmlformats.org/officeDocument/2006/relationships/tags" Target="../tags/tag4.xml"/><Relationship Id="rId9" Type="http://schemas.openxmlformats.org/officeDocument/2006/relationships/image" Target="../media/image1.png"/><Relationship Id="rId1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11E5A-879B-294F-6869-C9BF0538A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椭圆 29">
            <a:extLst>
              <a:ext uri="{FF2B5EF4-FFF2-40B4-BE49-F238E27FC236}">
                <a16:creationId xmlns:a16="http://schemas.microsoft.com/office/drawing/2014/main" id="{87CAE371-57A5-29A3-EFB2-7F7404A146EC}"/>
              </a:ext>
            </a:extLst>
          </p:cNvPr>
          <p:cNvSpPr/>
          <p:nvPr/>
        </p:nvSpPr>
        <p:spPr>
          <a:xfrm>
            <a:off x="12041852" y="5382297"/>
            <a:ext cx="6771054" cy="6771054"/>
          </a:xfrm>
          <a:prstGeom prst="ellipse">
            <a:avLst/>
          </a:prstGeom>
          <a:gradFill>
            <a:gsLst>
              <a:gs pos="51000">
                <a:srgbClr val="CBD4F9">
                  <a:alpha val="0"/>
                </a:srgbClr>
              </a:gs>
              <a:gs pos="100000">
                <a:srgbClr val="8398F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C411172E-DE15-1546-628B-D75C506C98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>
            <a:alphaModFix amt="73000"/>
          </a:blip>
          <a:stretch>
            <a:fillRect/>
          </a:stretch>
        </p:blipFill>
        <p:spPr>
          <a:xfrm>
            <a:off x="6393" y="-9356"/>
            <a:ext cx="12192000" cy="6857999"/>
          </a:xfrm>
          <a:prstGeom prst="rect">
            <a:avLst/>
          </a:prstGeom>
        </p:spPr>
      </p:pic>
      <p:sp>
        <p:nvSpPr>
          <p:cNvPr id="32" name="椭圆 31">
            <a:extLst>
              <a:ext uri="{FF2B5EF4-FFF2-40B4-BE49-F238E27FC236}">
                <a16:creationId xmlns:a16="http://schemas.microsoft.com/office/drawing/2014/main" id="{66D7D59F-0C1D-E0CC-07FD-00F8F9548704}"/>
              </a:ext>
            </a:extLst>
          </p:cNvPr>
          <p:cNvSpPr/>
          <p:nvPr/>
        </p:nvSpPr>
        <p:spPr>
          <a:xfrm>
            <a:off x="12041852" y="6310727"/>
            <a:ext cx="4543742" cy="4543742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rgbClr val="8398F1"/>
              </a:gs>
            </a:gsLst>
            <a:path path="circle">
              <a:fillToRect l="100000" t="100000"/>
            </a:path>
            <a:tileRect r="-100000" b="-100000"/>
          </a:gradFill>
          <a:ln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  <a:effectLst>
            <a:outerShdw blurRad="63500" sx="104000" sy="104000" algn="ctr" rotWithShape="0">
              <a:schemeClr val="bg1"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D431227-470C-EE6F-8647-F9958E7A7741}"/>
              </a:ext>
            </a:extLst>
          </p:cNvPr>
          <p:cNvSpPr txBox="1"/>
          <p:nvPr/>
        </p:nvSpPr>
        <p:spPr>
          <a:xfrm>
            <a:off x="6096000" y="3879401"/>
            <a:ext cx="2332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3B468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所获荣誉</a:t>
            </a:r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B39B92C2-DCE0-800F-2EC4-F7F248F61B5B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20679"/>
            <a:ext cx="12192000" cy="637322"/>
          </a:xfrm>
          <a:prstGeom prst="rect">
            <a:avLst/>
          </a:prstGeom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id="{E704A352-974B-758E-F071-56F95276E209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42555" t="-1661"/>
          <a:stretch>
            <a:fillRect/>
          </a:stretch>
        </p:blipFill>
        <p:spPr>
          <a:xfrm>
            <a:off x="13551206" y="6359213"/>
            <a:ext cx="4651410" cy="5700458"/>
          </a:xfrm>
          <a:prstGeom prst="rect">
            <a:avLst/>
          </a:prstGeom>
        </p:spPr>
      </p:pic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CC7C6E7B-36C9-04B8-2BD6-C10D242EE25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529842" y="418842"/>
            <a:ext cx="1352740" cy="401193"/>
          </a:xfrm>
          <a:prstGeom prst="roundRect">
            <a:avLst>
              <a:gd name="adj" fmla="val 16667"/>
            </a:avLst>
          </a:prstGeom>
          <a:blipFill>
            <a:blip r:embed="rId12"/>
            <a:stretch>
              <a:fillRect/>
            </a:stretch>
          </a:blipFill>
          <a:ln>
            <a:noFill/>
          </a:ln>
          <a:effectLst>
            <a:outerShdw blurRad="190500" dist="762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C8E3AC08-D0A0-01EB-C112-C4296A66A0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515841" y="432464"/>
            <a:ext cx="1380742" cy="351788"/>
          </a:xfrm>
          <a:prstGeom prst="rect">
            <a:avLst/>
          </a:prstGeom>
          <a:noFill/>
          <a:effectLst/>
        </p:spPr>
        <p:txBody>
          <a:bodyPr wrap="square" lIns="74066" tIns="37033" rIns="74066" bIns="37033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effectLst>
                  <a:outerShdw blurRad="30861" dist="30861" dir="2700006" algn="tl">
                    <a:srgbClr val="000000">
                      <a:alpha val="43137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全面发展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994BC9EF-0B02-B1CE-4C72-89413966D76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026036" y="418842"/>
            <a:ext cx="1352740" cy="401193"/>
          </a:xfrm>
          <a:prstGeom prst="roundRect">
            <a:avLst>
              <a:gd name="adj" fmla="val 16667"/>
            </a:avLst>
          </a:prstGeom>
          <a:solidFill>
            <a:srgbClr val="FCEAB7"/>
          </a:solidFill>
          <a:ln>
            <a:noFill/>
          </a:ln>
          <a:effectLst>
            <a:outerShdw blurRad="154305" dist="61722" dir="2700006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066" tIns="37033" rIns="74066" bIns="37033"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D94F4DD-C0F6-F052-E6EA-604F904502A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115250" y="432464"/>
            <a:ext cx="1174312" cy="351788"/>
          </a:xfrm>
          <a:prstGeom prst="rect">
            <a:avLst/>
          </a:prstGeom>
          <a:noFill/>
          <a:effectLst/>
        </p:spPr>
        <p:txBody>
          <a:bodyPr wrap="square" lIns="74066" tIns="37033" rIns="74066" bIns="37033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潜心深耕</a:t>
            </a: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9AF0AB08-6E1E-68A4-F3CD-8357A2B8DBE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0508229" y="418842"/>
            <a:ext cx="1352740" cy="401193"/>
          </a:xfrm>
          <a:prstGeom prst="roundRect">
            <a:avLst>
              <a:gd name="adj" fmla="val 16667"/>
            </a:avLst>
          </a:prstGeom>
          <a:solidFill>
            <a:srgbClr val="FCEAB7"/>
          </a:solidFill>
          <a:ln>
            <a:noFill/>
          </a:ln>
          <a:effectLst>
            <a:outerShdw blurRad="154305" dist="61722" dir="2700006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066" tIns="37033" rIns="74066" bIns="37033"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A71B6C9C-E0E8-C852-1EFF-6392F34D20D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0597443" y="432464"/>
            <a:ext cx="1174312" cy="351788"/>
          </a:xfrm>
          <a:prstGeom prst="rect">
            <a:avLst/>
          </a:prstGeom>
          <a:noFill/>
          <a:effectLst/>
        </p:spPr>
        <p:txBody>
          <a:bodyPr wrap="square" lIns="74066" tIns="37033" rIns="74066" bIns="37033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成果落地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D231A842-CEC1-41F2-6197-ADCEE094CAC9}"/>
              </a:ext>
            </a:extLst>
          </p:cNvPr>
          <p:cNvSpPr/>
          <p:nvPr/>
        </p:nvSpPr>
        <p:spPr>
          <a:xfrm>
            <a:off x="5457371" y="4426774"/>
            <a:ext cx="6403598" cy="2038140"/>
          </a:xfrm>
          <a:prstGeom prst="roundRect">
            <a:avLst>
              <a:gd name="adj" fmla="val 7887"/>
            </a:avLst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897B22A3-0289-27C3-C856-AF022552C520}"/>
              </a:ext>
            </a:extLst>
          </p:cNvPr>
          <p:cNvSpPr txBox="1"/>
          <p:nvPr/>
        </p:nvSpPr>
        <p:spPr>
          <a:xfrm>
            <a:off x="2166106" y="268505"/>
            <a:ext cx="511785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lvl="0">
              <a:defRPr/>
            </a:pPr>
            <a:r>
              <a:rPr lang="zh-CN" altLang="zh-CN" sz="3200" b="1" dirty="0">
                <a:solidFill>
                  <a:srgbClr val="005699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全面发展 · 青春底色</a:t>
            </a:r>
            <a:endParaRPr lang="en-US" altLang="zh-CN" sz="3200" b="1" dirty="0">
              <a:solidFill>
                <a:srgbClr val="005699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pic>
        <p:nvPicPr>
          <p:cNvPr id="91" name="图片 90">
            <a:extLst>
              <a:ext uri="{FF2B5EF4-FFF2-40B4-BE49-F238E27FC236}">
                <a16:creationId xmlns:a16="http://schemas.microsoft.com/office/drawing/2014/main" id="{4D5B1ACC-C674-4EEB-00BF-290C62C47D0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60146" y="3774814"/>
            <a:ext cx="635854" cy="635854"/>
          </a:xfrm>
          <a:prstGeom prst="rect">
            <a:avLst/>
          </a:prstGeom>
        </p:spPr>
      </p:pic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30AA267C-8B85-5822-B159-D36D59F94B5B}"/>
              </a:ext>
            </a:extLst>
          </p:cNvPr>
          <p:cNvSpPr/>
          <p:nvPr/>
        </p:nvSpPr>
        <p:spPr>
          <a:xfrm>
            <a:off x="-16979" y="0"/>
            <a:ext cx="2005896" cy="1109339"/>
          </a:xfrm>
          <a:custGeom>
            <a:avLst/>
            <a:gdLst>
              <a:gd name="csX0" fmla="*/ 0 w 2131523"/>
              <a:gd name="csY0" fmla="*/ 0 h 1223675"/>
              <a:gd name="csX1" fmla="*/ 674221 w 2131523"/>
              <a:gd name="csY1" fmla="*/ 0 h 1223675"/>
              <a:gd name="csX2" fmla="*/ 956779 w 2131523"/>
              <a:gd name="csY2" fmla="*/ 0 h 1223675"/>
              <a:gd name="csX3" fmla="*/ 2131523 w 2131523"/>
              <a:gd name="csY3" fmla="*/ 0 h 1223675"/>
              <a:gd name="csX4" fmla="*/ 1457303 w 2131523"/>
              <a:gd name="csY4" fmla="*/ 1223675 h 1223675"/>
              <a:gd name="csX5" fmla="*/ 956779 w 2131523"/>
              <a:gd name="csY5" fmla="*/ 1223675 h 1223675"/>
              <a:gd name="csX6" fmla="*/ 1 w 2131523"/>
              <a:gd name="csY6" fmla="*/ 1223675 h 1223675"/>
              <a:gd name="csX7" fmla="*/ 0 w 2131523"/>
              <a:gd name="csY7" fmla="*/ 1223675 h 12236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31523" h="1223675">
                <a:moveTo>
                  <a:pt x="0" y="0"/>
                </a:moveTo>
                <a:lnTo>
                  <a:pt x="674221" y="0"/>
                </a:lnTo>
                <a:lnTo>
                  <a:pt x="956779" y="0"/>
                </a:lnTo>
                <a:lnTo>
                  <a:pt x="2131523" y="0"/>
                </a:lnTo>
                <a:lnTo>
                  <a:pt x="1457303" y="1223675"/>
                </a:lnTo>
                <a:lnTo>
                  <a:pt x="956779" y="1223675"/>
                </a:lnTo>
                <a:lnTo>
                  <a:pt x="1" y="1223675"/>
                </a:lnTo>
                <a:lnTo>
                  <a:pt x="0" y="1223675"/>
                </a:lnTo>
                <a:close/>
              </a:path>
            </a:pathLst>
          </a:custGeom>
          <a:gradFill flip="none" rotWithShape="1">
            <a:gsLst>
              <a:gs pos="100000">
                <a:srgbClr val="02276D"/>
              </a:gs>
              <a:gs pos="0">
                <a:srgbClr val="16499A"/>
              </a:gs>
            </a:gsLst>
            <a:path path="circle">
              <a:fillToRect l="50000" t="50000" r="50000" b="50000"/>
            </a:path>
            <a:tileRect/>
          </a:gradFill>
          <a:ln w="12700">
            <a:gradFill flip="none" rotWithShape="1">
              <a:gsLst>
                <a:gs pos="0">
                  <a:schemeClr val="bg1">
                    <a:alpha val="0"/>
                  </a:schemeClr>
                </a:gs>
                <a:gs pos="39000">
                  <a:schemeClr val="bg1">
                    <a:alpha val="0"/>
                  </a:schemeClr>
                </a:gs>
                <a:gs pos="58000">
                  <a:schemeClr val="accent4"/>
                </a:gs>
                <a:gs pos="74000">
                  <a:schemeClr val="bg1"/>
                </a:gs>
                <a:gs pos="83000">
                  <a:srgbClr val="8BCDFF"/>
                </a:gs>
              </a:gsLst>
              <a:lin ang="4200000" scaled="0"/>
              <a:tileRect/>
            </a:gradFill>
          </a:ln>
          <a:effectLst>
            <a:outerShdw blurRad="241300" dist="152400" dir="2700000" sx="97000" sy="97000" algn="tl" rotWithShape="0">
              <a:srgbClr val="005699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1DC3253-10DC-FBA4-35F5-F839514E1C02}"/>
              </a:ext>
            </a:extLst>
          </p:cNvPr>
          <p:cNvSpPr txBox="1"/>
          <p:nvPr/>
        </p:nvSpPr>
        <p:spPr>
          <a:xfrm>
            <a:off x="368591" y="140670"/>
            <a:ext cx="8467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01</a:t>
            </a:r>
            <a:endParaRPr lang="zh-CN" altLang="en-US" sz="4800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BAA9BCD-4A21-F4D2-3769-8A9D1A50A508}"/>
              </a:ext>
            </a:extLst>
          </p:cNvPr>
          <p:cNvSpPr txBox="1"/>
          <p:nvPr/>
        </p:nvSpPr>
        <p:spPr>
          <a:xfrm>
            <a:off x="2263292" y="801562"/>
            <a:ext cx="35510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dist">
              <a:defRPr/>
            </a:pPr>
            <a:r>
              <a:rPr lang="en-US" altLang="zh-CN" sz="1400" dirty="0">
                <a:solidFill>
                  <a:srgbClr val="C092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COMPREHENSIVE DEVELOPMENT</a:t>
            </a:r>
            <a:endParaRPr lang="zh-CN" altLang="en-US" dirty="0">
              <a:solidFill>
                <a:srgbClr val="C09200"/>
              </a:solidFill>
              <a:latin typeface="Calibri" panose="020F0502020204030204" pitchFamily="34" charset="0"/>
              <a:ea typeface="思源宋体 CN Heavy" panose="02020900000000000000" pitchFamily="18" charset="-122"/>
              <a:cs typeface="Calibri" panose="020F0502020204030204" pitchFamily="34" charset="0"/>
            </a:endParaRPr>
          </a:p>
        </p:txBody>
      </p:sp>
      <p:sp>
        <p:nvSpPr>
          <p:cNvPr id="5" name="Freeform 95">
            <a:extLst>
              <a:ext uri="{FF2B5EF4-FFF2-40B4-BE49-F238E27FC236}">
                <a16:creationId xmlns:a16="http://schemas.microsoft.com/office/drawing/2014/main" id="{AEAA8545-30A0-E001-E61B-8ECD1782B536}"/>
              </a:ext>
            </a:extLst>
          </p:cNvPr>
          <p:cNvSpPr/>
          <p:nvPr/>
        </p:nvSpPr>
        <p:spPr bwMode="auto">
          <a:xfrm rot="1321469" flipH="1">
            <a:off x="5582144" y="4607156"/>
            <a:ext cx="1344420" cy="1727514"/>
          </a:xfrm>
          <a:custGeom>
            <a:avLst/>
            <a:gdLst>
              <a:gd name="T0" fmla="*/ 3025 w 3309"/>
              <a:gd name="T1" fmla="*/ 2532 h 4965"/>
              <a:gd name="T2" fmla="*/ 3044 w 3309"/>
              <a:gd name="T3" fmla="*/ 2258 h 4965"/>
              <a:gd name="T4" fmla="*/ 3036 w 3309"/>
              <a:gd name="T5" fmla="*/ 1984 h 4965"/>
              <a:gd name="T6" fmla="*/ 3002 w 3309"/>
              <a:gd name="T7" fmla="*/ 1713 h 4965"/>
              <a:gd name="T8" fmla="*/ 2943 w 3309"/>
              <a:gd name="T9" fmla="*/ 1446 h 4965"/>
              <a:gd name="T10" fmla="*/ 2858 w 3309"/>
              <a:gd name="T11" fmla="*/ 1185 h 4965"/>
              <a:gd name="T12" fmla="*/ 2750 w 3309"/>
              <a:gd name="T13" fmla="*/ 933 h 4965"/>
              <a:gd name="T14" fmla="*/ 2619 w 3309"/>
              <a:gd name="T15" fmla="*/ 692 h 4965"/>
              <a:gd name="T16" fmla="*/ 2468 w 3309"/>
              <a:gd name="T17" fmla="*/ 461 h 4965"/>
              <a:gd name="T18" fmla="*/ 2360 w 3309"/>
              <a:gd name="T19" fmla="*/ 320 h 4965"/>
              <a:gd name="T20" fmla="*/ 2430 w 3309"/>
              <a:gd name="T21" fmla="*/ 474 h 4965"/>
              <a:gd name="T22" fmla="*/ 2576 w 3309"/>
              <a:gd name="T23" fmla="*/ 697 h 4965"/>
              <a:gd name="T24" fmla="*/ 2698 w 3309"/>
              <a:gd name="T25" fmla="*/ 920 h 4965"/>
              <a:gd name="T26" fmla="*/ 2811 w 3309"/>
              <a:gd name="T27" fmla="*/ 1179 h 4965"/>
              <a:gd name="T28" fmla="*/ 2894 w 3309"/>
              <a:gd name="T29" fmla="*/ 1432 h 4965"/>
              <a:gd name="T30" fmla="*/ 2951 w 3309"/>
              <a:gd name="T31" fmla="*/ 1683 h 4965"/>
              <a:gd name="T32" fmla="*/ 2988 w 3309"/>
              <a:gd name="T33" fmla="*/ 1961 h 4965"/>
              <a:gd name="T34" fmla="*/ 2997 w 3309"/>
              <a:gd name="T35" fmla="*/ 2228 h 4965"/>
              <a:gd name="T36" fmla="*/ 2981 w 3309"/>
              <a:gd name="T37" fmla="*/ 2495 h 4965"/>
              <a:gd name="T38" fmla="*/ 2936 w 3309"/>
              <a:gd name="T39" fmla="*/ 2758 h 4965"/>
              <a:gd name="T40" fmla="*/ 2861 w 3309"/>
              <a:gd name="T41" fmla="*/ 3014 h 4965"/>
              <a:gd name="T42" fmla="*/ 2756 w 3309"/>
              <a:gd name="T43" fmla="*/ 3260 h 4965"/>
              <a:gd name="T44" fmla="*/ 2621 w 3309"/>
              <a:gd name="T45" fmla="*/ 3491 h 4965"/>
              <a:gd name="T46" fmla="*/ 2457 w 3309"/>
              <a:gd name="T47" fmla="*/ 3703 h 4965"/>
              <a:gd name="T48" fmla="*/ 2268 w 3309"/>
              <a:gd name="T49" fmla="*/ 3894 h 4965"/>
              <a:gd name="T50" fmla="*/ 2057 w 3309"/>
              <a:gd name="T51" fmla="*/ 4062 h 4965"/>
              <a:gd name="T52" fmla="*/ 1829 w 3309"/>
              <a:gd name="T53" fmla="*/ 4207 h 4965"/>
              <a:gd name="T54" fmla="*/ 1586 w 3309"/>
              <a:gd name="T55" fmla="*/ 4330 h 4965"/>
              <a:gd name="T56" fmla="*/ 1332 w 3309"/>
              <a:gd name="T57" fmla="*/ 4433 h 4965"/>
              <a:gd name="T58" fmla="*/ 1075 w 3309"/>
              <a:gd name="T59" fmla="*/ 4517 h 4965"/>
              <a:gd name="T60" fmla="*/ 813 w 3309"/>
              <a:gd name="T61" fmla="*/ 4601 h 4965"/>
              <a:gd name="T62" fmla="*/ 0 w 3309"/>
              <a:gd name="T63" fmla="*/ 4965 h 4965"/>
              <a:gd name="T64" fmla="*/ 1191 w 3309"/>
              <a:gd name="T65" fmla="*/ 4935 h 4965"/>
              <a:gd name="T66" fmla="*/ 1471 w 3309"/>
              <a:gd name="T67" fmla="*/ 4833 h 4965"/>
              <a:gd name="T68" fmla="*/ 1754 w 3309"/>
              <a:gd name="T69" fmla="*/ 4708 h 4965"/>
              <a:gd name="T70" fmla="*/ 2028 w 3309"/>
              <a:gd name="T71" fmla="*/ 4558 h 4965"/>
              <a:gd name="T72" fmla="*/ 2288 w 3309"/>
              <a:gd name="T73" fmla="*/ 4381 h 4965"/>
              <a:gd name="T74" fmla="*/ 2529 w 3309"/>
              <a:gd name="T75" fmla="*/ 4175 h 4965"/>
              <a:gd name="T76" fmla="*/ 2744 w 3309"/>
              <a:gd name="T77" fmla="*/ 3943 h 4965"/>
              <a:gd name="T78" fmla="*/ 2929 w 3309"/>
              <a:gd name="T79" fmla="*/ 3685 h 4965"/>
              <a:gd name="T80" fmla="*/ 3006 w 3309"/>
              <a:gd name="T81" fmla="*/ 3469 h 4965"/>
              <a:gd name="T82" fmla="*/ 2669 w 3309"/>
              <a:gd name="T83" fmla="*/ 3514 h 4965"/>
              <a:gd name="T84" fmla="*/ 2807 w 3309"/>
              <a:gd name="T85" fmla="*/ 3274 h 4965"/>
              <a:gd name="T86" fmla="*/ 2913 w 3309"/>
              <a:gd name="T87" fmla="*/ 3018 h 49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3309" h="4965">
                <a:moveTo>
                  <a:pt x="3302" y="2519"/>
                </a:moveTo>
                <a:cubicBezTo>
                  <a:pt x="3155" y="2476"/>
                  <a:pt x="3068" y="2601"/>
                  <a:pt x="2988" y="2752"/>
                </a:cubicBezTo>
                <a:cubicBezTo>
                  <a:pt x="3003" y="2679"/>
                  <a:pt x="3016" y="2605"/>
                  <a:pt x="3025" y="2532"/>
                </a:cubicBezTo>
                <a:cubicBezTo>
                  <a:pt x="3084" y="2484"/>
                  <a:pt x="3265" y="2410"/>
                  <a:pt x="3309" y="2219"/>
                </a:cubicBezTo>
                <a:cubicBezTo>
                  <a:pt x="3158" y="2201"/>
                  <a:pt x="3088" y="2333"/>
                  <a:pt x="3031" y="2480"/>
                </a:cubicBezTo>
                <a:cubicBezTo>
                  <a:pt x="3038" y="2408"/>
                  <a:pt x="3043" y="2336"/>
                  <a:pt x="3044" y="2258"/>
                </a:cubicBezTo>
                <a:cubicBezTo>
                  <a:pt x="3098" y="2205"/>
                  <a:pt x="3264" y="2117"/>
                  <a:pt x="3286" y="1923"/>
                </a:cubicBezTo>
                <a:cubicBezTo>
                  <a:pt x="3140" y="1928"/>
                  <a:pt x="3085" y="2053"/>
                  <a:pt x="3045" y="2206"/>
                </a:cubicBezTo>
                <a:cubicBezTo>
                  <a:pt x="3045" y="2131"/>
                  <a:pt x="3042" y="2057"/>
                  <a:pt x="3036" y="1984"/>
                </a:cubicBezTo>
                <a:cubicBezTo>
                  <a:pt x="3083" y="1926"/>
                  <a:pt x="3235" y="1829"/>
                  <a:pt x="3235" y="1633"/>
                </a:cubicBezTo>
                <a:cubicBezTo>
                  <a:pt x="3106" y="1658"/>
                  <a:pt x="3060" y="1758"/>
                  <a:pt x="3031" y="1932"/>
                </a:cubicBezTo>
                <a:cubicBezTo>
                  <a:pt x="3024" y="1854"/>
                  <a:pt x="3014" y="1784"/>
                  <a:pt x="3002" y="1713"/>
                </a:cubicBezTo>
                <a:cubicBezTo>
                  <a:pt x="3044" y="1649"/>
                  <a:pt x="3180" y="1546"/>
                  <a:pt x="3159" y="1349"/>
                </a:cubicBezTo>
                <a:cubicBezTo>
                  <a:pt x="3104" y="1369"/>
                  <a:pt x="3011" y="1389"/>
                  <a:pt x="2992" y="1660"/>
                </a:cubicBezTo>
                <a:cubicBezTo>
                  <a:pt x="2977" y="1584"/>
                  <a:pt x="2965" y="1528"/>
                  <a:pt x="2943" y="1446"/>
                </a:cubicBezTo>
                <a:cubicBezTo>
                  <a:pt x="2981" y="1373"/>
                  <a:pt x="3099" y="1271"/>
                  <a:pt x="3055" y="1073"/>
                </a:cubicBezTo>
                <a:cubicBezTo>
                  <a:pt x="3006" y="1101"/>
                  <a:pt x="2922" y="1127"/>
                  <a:pt x="2928" y="1393"/>
                </a:cubicBezTo>
                <a:cubicBezTo>
                  <a:pt x="2905" y="1313"/>
                  <a:pt x="2882" y="1247"/>
                  <a:pt x="2858" y="1185"/>
                </a:cubicBezTo>
                <a:cubicBezTo>
                  <a:pt x="2886" y="1117"/>
                  <a:pt x="2994" y="997"/>
                  <a:pt x="2927" y="810"/>
                </a:cubicBezTo>
                <a:cubicBezTo>
                  <a:pt x="2890" y="841"/>
                  <a:pt x="2806" y="877"/>
                  <a:pt x="2839" y="1134"/>
                </a:cubicBezTo>
                <a:cubicBezTo>
                  <a:pt x="2812" y="1067"/>
                  <a:pt x="2786" y="1008"/>
                  <a:pt x="2750" y="933"/>
                </a:cubicBezTo>
                <a:cubicBezTo>
                  <a:pt x="2774" y="850"/>
                  <a:pt x="2863" y="746"/>
                  <a:pt x="2777" y="560"/>
                </a:cubicBezTo>
                <a:cubicBezTo>
                  <a:pt x="2741" y="601"/>
                  <a:pt x="2670" y="640"/>
                  <a:pt x="2724" y="882"/>
                </a:cubicBezTo>
                <a:cubicBezTo>
                  <a:pt x="2692" y="818"/>
                  <a:pt x="2655" y="752"/>
                  <a:pt x="2619" y="692"/>
                </a:cubicBezTo>
                <a:cubicBezTo>
                  <a:pt x="2635" y="607"/>
                  <a:pt x="2711" y="500"/>
                  <a:pt x="2608" y="325"/>
                </a:cubicBezTo>
                <a:cubicBezTo>
                  <a:pt x="2586" y="359"/>
                  <a:pt x="2513" y="410"/>
                  <a:pt x="2589" y="642"/>
                </a:cubicBezTo>
                <a:cubicBezTo>
                  <a:pt x="2550" y="580"/>
                  <a:pt x="2509" y="519"/>
                  <a:pt x="2468" y="461"/>
                </a:cubicBezTo>
                <a:cubicBezTo>
                  <a:pt x="2477" y="375"/>
                  <a:pt x="2542" y="269"/>
                  <a:pt x="2420" y="104"/>
                </a:cubicBezTo>
                <a:cubicBezTo>
                  <a:pt x="2398" y="155"/>
                  <a:pt x="2341" y="197"/>
                  <a:pt x="2432" y="413"/>
                </a:cubicBezTo>
                <a:cubicBezTo>
                  <a:pt x="2409" y="381"/>
                  <a:pt x="2385" y="350"/>
                  <a:pt x="2360" y="320"/>
                </a:cubicBezTo>
                <a:cubicBezTo>
                  <a:pt x="2252" y="72"/>
                  <a:pt x="2114" y="34"/>
                  <a:pt x="2013" y="0"/>
                </a:cubicBezTo>
                <a:cubicBezTo>
                  <a:pt x="2074" y="146"/>
                  <a:pt x="2192" y="233"/>
                  <a:pt x="2312" y="319"/>
                </a:cubicBezTo>
                <a:cubicBezTo>
                  <a:pt x="2352" y="369"/>
                  <a:pt x="2392" y="421"/>
                  <a:pt x="2430" y="474"/>
                </a:cubicBezTo>
                <a:cubicBezTo>
                  <a:pt x="2399" y="440"/>
                  <a:pt x="2278" y="337"/>
                  <a:pt x="2120" y="426"/>
                </a:cubicBezTo>
                <a:cubicBezTo>
                  <a:pt x="2251" y="525"/>
                  <a:pt x="2329" y="458"/>
                  <a:pt x="2434" y="481"/>
                </a:cubicBezTo>
                <a:cubicBezTo>
                  <a:pt x="2484" y="550"/>
                  <a:pt x="2531" y="623"/>
                  <a:pt x="2576" y="697"/>
                </a:cubicBezTo>
                <a:cubicBezTo>
                  <a:pt x="2539" y="653"/>
                  <a:pt x="2422" y="548"/>
                  <a:pt x="2266" y="630"/>
                </a:cubicBezTo>
                <a:cubicBezTo>
                  <a:pt x="2393" y="738"/>
                  <a:pt x="2474" y="677"/>
                  <a:pt x="2583" y="709"/>
                </a:cubicBezTo>
                <a:cubicBezTo>
                  <a:pt x="2624" y="778"/>
                  <a:pt x="2662" y="848"/>
                  <a:pt x="2698" y="920"/>
                </a:cubicBezTo>
                <a:cubicBezTo>
                  <a:pt x="2635" y="825"/>
                  <a:pt x="2530" y="780"/>
                  <a:pt x="2394" y="843"/>
                </a:cubicBezTo>
                <a:cubicBezTo>
                  <a:pt x="2516" y="961"/>
                  <a:pt x="2606" y="906"/>
                  <a:pt x="2711" y="948"/>
                </a:cubicBezTo>
                <a:cubicBezTo>
                  <a:pt x="2748" y="1024"/>
                  <a:pt x="2781" y="1101"/>
                  <a:pt x="2811" y="1179"/>
                </a:cubicBezTo>
                <a:cubicBezTo>
                  <a:pt x="2657" y="934"/>
                  <a:pt x="2528" y="1054"/>
                  <a:pt x="2504" y="1064"/>
                </a:cubicBezTo>
                <a:cubicBezTo>
                  <a:pt x="2615" y="1189"/>
                  <a:pt x="2709" y="1144"/>
                  <a:pt x="2818" y="1197"/>
                </a:cubicBezTo>
                <a:cubicBezTo>
                  <a:pt x="2845" y="1271"/>
                  <a:pt x="2869" y="1341"/>
                  <a:pt x="2894" y="1432"/>
                </a:cubicBezTo>
                <a:cubicBezTo>
                  <a:pt x="2862" y="1368"/>
                  <a:pt x="2767" y="1231"/>
                  <a:pt x="2592" y="1292"/>
                </a:cubicBezTo>
                <a:cubicBezTo>
                  <a:pt x="2696" y="1426"/>
                  <a:pt x="2795" y="1390"/>
                  <a:pt x="2900" y="1455"/>
                </a:cubicBezTo>
                <a:cubicBezTo>
                  <a:pt x="2920" y="1528"/>
                  <a:pt x="2937" y="1604"/>
                  <a:pt x="2951" y="1683"/>
                </a:cubicBezTo>
                <a:cubicBezTo>
                  <a:pt x="2862" y="1420"/>
                  <a:pt x="2666" y="1523"/>
                  <a:pt x="2658" y="1525"/>
                </a:cubicBezTo>
                <a:cubicBezTo>
                  <a:pt x="2749" y="1668"/>
                  <a:pt x="2854" y="1643"/>
                  <a:pt x="2957" y="1719"/>
                </a:cubicBezTo>
                <a:cubicBezTo>
                  <a:pt x="2971" y="1798"/>
                  <a:pt x="2981" y="1874"/>
                  <a:pt x="2988" y="1961"/>
                </a:cubicBezTo>
                <a:cubicBezTo>
                  <a:pt x="2894" y="1663"/>
                  <a:pt x="2736" y="1756"/>
                  <a:pt x="2703" y="1763"/>
                </a:cubicBezTo>
                <a:cubicBezTo>
                  <a:pt x="2782" y="1913"/>
                  <a:pt x="2892" y="1900"/>
                  <a:pt x="2990" y="1987"/>
                </a:cubicBezTo>
                <a:cubicBezTo>
                  <a:pt x="2996" y="2066"/>
                  <a:pt x="2998" y="2146"/>
                  <a:pt x="2997" y="2228"/>
                </a:cubicBezTo>
                <a:cubicBezTo>
                  <a:pt x="2930" y="1920"/>
                  <a:pt x="2765" y="1998"/>
                  <a:pt x="2725" y="2004"/>
                </a:cubicBezTo>
                <a:cubicBezTo>
                  <a:pt x="2793" y="2160"/>
                  <a:pt x="2906" y="2159"/>
                  <a:pt x="2997" y="2256"/>
                </a:cubicBezTo>
                <a:cubicBezTo>
                  <a:pt x="2995" y="2338"/>
                  <a:pt x="2990" y="2417"/>
                  <a:pt x="2981" y="2495"/>
                </a:cubicBezTo>
                <a:cubicBezTo>
                  <a:pt x="2942" y="2178"/>
                  <a:pt x="2770" y="2240"/>
                  <a:pt x="2725" y="2244"/>
                </a:cubicBezTo>
                <a:cubicBezTo>
                  <a:pt x="2781" y="2407"/>
                  <a:pt x="2893" y="2415"/>
                  <a:pt x="2977" y="2525"/>
                </a:cubicBezTo>
                <a:cubicBezTo>
                  <a:pt x="2967" y="2600"/>
                  <a:pt x="2954" y="2680"/>
                  <a:pt x="2936" y="2758"/>
                </a:cubicBezTo>
                <a:cubicBezTo>
                  <a:pt x="2929" y="2436"/>
                  <a:pt x="2757" y="2479"/>
                  <a:pt x="2702" y="2480"/>
                </a:cubicBezTo>
                <a:cubicBezTo>
                  <a:pt x="2744" y="2649"/>
                  <a:pt x="2858" y="2671"/>
                  <a:pt x="2928" y="2790"/>
                </a:cubicBezTo>
                <a:cubicBezTo>
                  <a:pt x="2910" y="2865"/>
                  <a:pt x="2888" y="2940"/>
                  <a:pt x="2861" y="3014"/>
                </a:cubicBezTo>
                <a:cubicBezTo>
                  <a:pt x="2895" y="2689"/>
                  <a:pt x="2707" y="2713"/>
                  <a:pt x="2654" y="2710"/>
                </a:cubicBezTo>
                <a:cubicBezTo>
                  <a:pt x="2678" y="2878"/>
                  <a:pt x="2792" y="2919"/>
                  <a:pt x="2849" y="3047"/>
                </a:cubicBezTo>
                <a:cubicBezTo>
                  <a:pt x="2822" y="3119"/>
                  <a:pt x="2791" y="3190"/>
                  <a:pt x="2756" y="3260"/>
                </a:cubicBezTo>
                <a:cubicBezTo>
                  <a:pt x="2814" y="3001"/>
                  <a:pt x="2720" y="2950"/>
                  <a:pt x="2582" y="2930"/>
                </a:cubicBezTo>
                <a:cubicBezTo>
                  <a:pt x="2593" y="3108"/>
                  <a:pt x="2699" y="3156"/>
                  <a:pt x="2740" y="3293"/>
                </a:cubicBezTo>
                <a:cubicBezTo>
                  <a:pt x="2704" y="3360"/>
                  <a:pt x="2663" y="3429"/>
                  <a:pt x="2621" y="3491"/>
                </a:cubicBezTo>
                <a:cubicBezTo>
                  <a:pt x="2725" y="3210"/>
                  <a:pt x="2593" y="3165"/>
                  <a:pt x="2485" y="3137"/>
                </a:cubicBezTo>
                <a:cubicBezTo>
                  <a:pt x="2473" y="3307"/>
                  <a:pt x="2574" y="3377"/>
                  <a:pt x="2599" y="3523"/>
                </a:cubicBezTo>
                <a:cubicBezTo>
                  <a:pt x="2550" y="3594"/>
                  <a:pt x="2504" y="3650"/>
                  <a:pt x="2457" y="3703"/>
                </a:cubicBezTo>
                <a:cubicBezTo>
                  <a:pt x="2549" y="3527"/>
                  <a:pt x="2548" y="3397"/>
                  <a:pt x="2364" y="3330"/>
                </a:cubicBezTo>
                <a:cubicBezTo>
                  <a:pt x="2333" y="3498"/>
                  <a:pt x="2425" y="3587"/>
                  <a:pt x="2430" y="3734"/>
                </a:cubicBezTo>
                <a:cubicBezTo>
                  <a:pt x="2377" y="3792"/>
                  <a:pt x="2334" y="3836"/>
                  <a:pt x="2268" y="3894"/>
                </a:cubicBezTo>
                <a:cubicBezTo>
                  <a:pt x="2385" y="3722"/>
                  <a:pt x="2401" y="3593"/>
                  <a:pt x="2220" y="3505"/>
                </a:cubicBezTo>
                <a:cubicBezTo>
                  <a:pt x="2169" y="3680"/>
                  <a:pt x="2249" y="3770"/>
                  <a:pt x="2236" y="3922"/>
                </a:cubicBezTo>
                <a:cubicBezTo>
                  <a:pt x="2171" y="3978"/>
                  <a:pt x="2108" y="4027"/>
                  <a:pt x="2057" y="4062"/>
                </a:cubicBezTo>
                <a:cubicBezTo>
                  <a:pt x="2210" y="3887"/>
                  <a:pt x="2221" y="3765"/>
                  <a:pt x="2054" y="3663"/>
                </a:cubicBezTo>
                <a:cubicBezTo>
                  <a:pt x="1983" y="3832"/>
                  <a:pt x="2052" y="3931"/>
                  <a:pt x="2020" y="4088"/>
                </a:cubicBezTo>
                <a:cubicBezTo>
                  <a:pt x="1958" y="4131"/>
                  <a:pt x="1894" y="4170"/>
                  <a:pt x="1829" y="4207"/>
                </a:cubicBezTo>
                <a:cubicBezTo>
                  <a:pt x="2043" y="4005"/>
                  <a:pt x="1996" y="3896"/>
                  <a:pt x="1870" y="3802"/>
                </a:cubicBezTo>
                <a:cubicBezTo>
                  <a:pt x="1779" y="3958"/>
                  <a:pt x="1836" y="4076"/>
                  <a:pt x="1787" y="4230"/>
                </a:cubicBezTo>
                <a:cubicBezTo>
                  <a:pt x="1720" y="4267"/>
                  <a:pt x="1653" y="4300"/>
                  <a:pt x="1586" y="4330"/>
                </a:cubicBezTo>
                <a:cubicBezTo>
                  <a:pt x="1828" y="4142"/>
                  <a:pt x="1785" y="4024"/>
                  <a:pt x="1669" y="3923"/>
                </a:cubicBezTo>
                <a:cubicBezTo>
                  <a:pt x="1557" y="4088"/>
                  <a:pt x="1608" y="4191"/>
                  <a:pt x="1540" y="4350"/>
                </a:cubicBezTo>
                <a:cubicBezTo>
                  <a:pt x="1470" y="4381"/>
                  <a:pt x="1399" y="4409"/>
                  <a:pt x="1332" y="4433"/>
                </a:cubicBezTo>
                <a:cubicBezTo>
                  <a:pt x="1611" y="4246"/>
                  <a:pt x="1552" y="4123"/>
                  <a:pt x="1454" y="4025"/>
                </a:cubicBezTo>
                <a:cubicBezTo>
                  <a:pt x="1332" y="4165"/>
                  <a:pt x="1362" y="4302"/>
                  <a:pt x="1284" y="4450"/>
                </a:cubicBezTo>
                <a:cubicBezTo>
                  <a:pt x="1210" y="4475"/>
                  <a:pt x="1144" y="4496"/>
                  <a:pt x="1075" y="4517"/>
                </a:cubicBezTo>
                <a:cubicBezTo>
                  <a:pt x="1376" y="4340"/>
                  <a:pt x="1319" y="4214"/>
                  <a:pt x="1228" y="4111"/>
                </a:cubicBezTo>
                <a:cubicBezTo>
                  <a:pt x="1094" y="4243"/>
                  <a:pt x="1113" y="4373"/>
                  <a:pt x="1020" y="4533"/>
                </a:cubicBezTo>
                <a:cubicBezTo>
                  <a:pt x="957" y="4553"/>
                  <a:pt x="891" y="4574"/>
                  <a:pt x="813" y="4601"/>
                </a:cubicBezTo>
                <a:cubicBezTo>
                  <a:pt x="1009" y="4478"/>
                  <a:pt x="1138" y="4342"/>
                  <a:pt x="989" y="4182"/>
                </a:cubicBezTo>
                <a:cubicBezTo>
                  <a:pt x="817" y="4321"/>
                  <a:pt x="841" y="4456"/>
                  <a:pt x="753" y="4623"/>
                </a:cubicBezTo>
                <a:cubicBezTo>
                  <a:pt x="528" y="4705"/>
                  <a:pt x="253" y="4823"/>
                  <a:pt x="0" y="4965"/>
                </a:cubicBezTo>
                <a:cubicBezTo>
                  <a:pt x="139" y="4965"/>
                  <a:pt x="139" y="4965"/>
                  <a:pt x="139" y="4965"/>
                </a:cubicBezTo>
                <a:cubicBezTo>
                  <a:pt x="358" y="4848"/>
                  <a:pt x="584" y="4750"/>
                  <a:pt x="759" y="4686"/>
                </a:cubicBezTo>
                <a:cubicBezTo>
                  <a:pt x="879" y="4745"/>
                  <a:pt x="1005" y="4910"/>
                  <a:pt x="1191" y="4935"/>
                </a:cubicBezTo>
                <a:cubicBezTo>
                  <a:pt x="1259" y="4675"/>
                  <a:pt x="954" y="4663"/>
                  <a:pt x="806" y="4670"/>
                </a:cubicBezTo>
                <a:cubicBezTo>
                  <a:pt x="881" y="4643"/>
                  <a:pt x="954" y="4619"/>
                  <a:pt x="1024" y="4596"/>
                </a:cubicBezTo>
                <a:cubicBezTo>
                  <a:pt x="1138" y="4659"/>
                  <a:pt x="1258" y="4829"/>
                  <a:pt x="1471" y="4833"/>
                </a:cubicBezTo>
                <a:cubicBezTo>
                  <a:pt x="1536" y="4593"/>
                  <a:pt x="1224" y="4578"/>
                  <a:pt x="1072" y="4581"/>
                </a:cubicBezTo>
                <a:cubicBezTo>
                  <a:pt x="1147" y="4557"/>
                  <a:pt x="1219" y="4534"/>
                  <a:pt x="1290" y="4510"/>
                </a:cubicBezTo>
                <a:cubicBezTo>
                  <a:pt x="1398" y="4564"/>
                  <a:pt x="1542" y="4722"/>
                  <a:pt x="1754" y="4708"/>
                </a:cubicBezTo>
                <a:cubicBezTo>
                  <a:pt x="1788" y="4495"/>
                  <a:pt x="1554" y="4478"/>
                  <a:pt x="1336" y="4494"/>
                </a:cubicBezTo>
                <a:cubicBezTo>
                  <a:pt x="1425" y="4462"/>
                  <a:pt x="1488" y="4437"/>
                  <a:pt x="1553" y="4409"/>
                </a:cubicBezTo>
                <a:cubicBezTo>
                  <a:pt x="1683" y="4464"/>
                  <a:pt x="1824" y="4594"/>
                  <a:pt x="2028" y="4558"/>
                </a:cubicBezTo>
                <a:cubicBezTo>
                  <a:pt x="2035" y="4352"/>
                  <a:pt x="1809" y="4356"/>
                  <a:pt x="1600" y="4388"/>
                </a:cubicBezTo>
                <a:cubicBezTo>
                  <a:pt x="1669" y="4356"/>
                  <a:pt x="1738" y="4322"/>
                  <a:pt x="1806" y="4285"/>
                </a:cubicBezTo>
                <a:cubicBezTo>
                  <a:pt x="1926" y="4324"/>
                  <a:pt x="2093" y="4441"/>
                  <a:pt x="2288" y="4381"/>
                </a:cubicBezTo>
                <a:cubicBezTo>
                  <a:pt x="2268" y="4184"/>
                  <a:pt x="2047" y="4212"/>
                  <a:pt x="1850" y="4261"/>
                </a:cubicBezTo>
                <a:cubicBezTo>
                  <a:pt x="1916" y="4223"/>
                  <a:pt x="1981" y="4183"/>
                  <a:pt x="2045" y="4139"/>
                </a:cubicBezTo>
                <a:cubicBezTo>
                  <a:pt x="2158" y="4162"/>
                  <a:pt x="2345" y="4260"/>
                  <a:pt x="2529" y="4175"/>
                </a:cubicBezTo>
                <a:cubicBezTo>
                  <a:pt x="2481" y="3989"/>
                  <a:pt x="2273" y="4045"/>
                  <a:pt x="2087" y="4110"/>
                </a:cubicBezTo>
                <a:cubicBezTo>
                  <a:pt x="2139" y="4073"/>
                  <a:pt x="2199" y="4026"/>
                  <a:pt x="2267" y="3968"/>
                </a:cubicBezTo>
                <a:cubicBezTo>
                  <a:pt x="2374" y="3978"/>
                  <a:pt x="2574" y="4051"/>
                  <a:pt x="2744" y="3943"/>
                </a:cubicBezTo>
                <a:cubicBezTo>
                  <a:pt x="2670" y="3775"/>
                  <a:pt x="2477" y="3850"/>
                  <a:pt x="2305" y="3935"/>
                </a:cubicBezTo>
                <a:cubicBezTo>
                  <a:pt x="2358" y="3887"/>
                  <a:pt x="2416" y="3830"/>
                  <a:pt x="2467" y="3774"/>
                </a:cubicBezTo>
                <a:cubicBezTo>
                  <a:pt x="2582" y="3769"/>
                  <a:pt x="2771" y="3819"/>
                  <a:pt x="2929" y="3685"/>
                </a:cubicBezTo>
                <a:cubicBezTo>
                  <a:pt x="2831" y="3539"/>
                  <a:pt x="2661" y="3631"/>
                  <a:pt x="2501" y="3735"/>
                </a:cubicBezTo>
                <a:cubicBezTo>
                  <a:pt x="2552" y="3676"/>
                  <a:pt x="2599" y="3616"/>
                  <a:pt x="2640" y="3556"/>
                </a:cubicBezTo>
                <a:cubicBezTo>
                  <a:pt x="2734" y="3540"/>
                  <a:pt x="2870" y="3557"/>
                  <a:pt x="3006" y="3469"/>
                </a:cubicBezTo>
                <a:cubicBezTo>
                  <a:pt x="3015" y="3464"/>
                  <a:pt x="3023" y="3458"/>
                  <a:pt x="3031" y="3452"/>
                </a:cubicBezTo>
                <a:cubicBezTo>
                  <a:pt x="3047" y="3439"/>
                  <a:pt x="3063" y="3425"/>
                  <a:pt x="3077" y="3409"/>
                </a:cubicBezTo>
                <a:cubicBezTo>
                  <a:pt x="2958" y="3286"/>
                  <a:pt x="2808" y="3396"/>
                  <a:pt x="2669" y="3514"/>
                </a:cubicBezTo>
                <a:cubicBezTo>
                  <a:pt x="2711" y="3451"/>
                  <a:pt x="2749" y="3386"/>
                  <a:pt x="2784" y="3319"/>
                </a:cubicBezTo>
                <a:cubicBezTo>
                  <a:pt x="2871" y="3292"/>
                  <a:pt x="3076" y="3285"/>
                  <a:pt x="3189" y="3118"/>
                </a:cubicBezTo>
                <a:cubicBezTo>
                  <a:pt x="3057" y="3023"/>
                  <a:pt x="2927" y="3140"/>
                  <a:pt x="2807" y="3274"/>
                </a:cubicBezTo>
                <a:cubicBezTo>
                  <a:pt x="2841" y="3206"/>
                  <a:pt x="2870" y="3137"/>
                  <a:pt x="2896" y="3066"/>
                </a:cubicBezTo>
                <a:cubicBezTo>
                  <a:pt x="2983" y="3026"/>
                  <a:pt x="3171" y="3001"/>
                  <a:pt x="3263" y="2820"/>
                </a:cubicBezTo>
                <a:cubicBezTo>
                  <a:pt x="3119" y="2750"/>
                  <a:pt x="3012" y="2877"/>
                  <a:pt x="2913" y="3018"/>
                </a:cubicBezTo>
                <a:cubicBezTo>
                  <a:pt x="2938" y="2947"/>
                  <a:pt x="2959" y="2875"/>
                  <a:pt x="2976" y="2802"/>
                </a:cubicBezTo>
                <a:cubicBezTo>
                  <a:pt x="3046" y="2759"/>
                  <a:pt x="3235" y="2705"/>
                  <a:pt x="3302" y="2519"/>
                </a:cubicBezTo>
                <a:close/>
              </a:path>
            </a:pathLst>
          </a:custGeom>
          <a:gradFill>
            <a:gsLst>
              <a:gs pos="0">
                <a:srgbClr val="FBBA56"/>
              </a:gs>
              <a:gs pos="84180">
                <a:srgbClr val="FCD392"/>
              </a:gs>
              <a:gs pos="71800">
                <a:srgbClr val="FCD69A"/>
              </a:gs>
              <a:gs pos="100000">
                <a:sysClr val="window" lastClr="FFFFFF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pitchFamily="2" charset="-122"/>
                <a:ea typeface="+mn-ea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pitchFamily="2" charset="-122"/>
                <a:ea typeface="+mn-ea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pitchFamily="2" charset="-122"/>
                <a:ea typeface="+mn-ea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pitchFamily="2" charset="-122"/>
                <a:ea typeface="+mn-ea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pitchFamily="2" charset="-122"/>
                <a:ea typeface="+mn-ea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pitchFamily="2" charset="-122"/>
                <a:ea typeface="+mn-ea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pitchFamily="2" charset="-122"/>
                <a:ea typeface="+mn-ea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pitchFamily="2" charset="-122"/>
                <a:ea typeface="+mn-ea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pitchFamily="2" charset="-122"/>
                <a:ea typeface="+mn-ea"/>
                <a:cs typeface="+mn-e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渔阳体 W02" panose="02020400000000000000" charset="-122"/>
              <a:ea typeface="仓耳渔阳体 W02" panose="02020400000000000000" charset="-122"/>
            </a:endParaRPr>
          </a:p>
        </p:txBody>
      </p:sp>
      <p:sp>
        <p:nvSpPr>
          <p:cNvPr id="6" name="Freeform 95">
            <a:extLst>
              <a:ext uri="{FF2B5EF4-FFF2-40B4-BE49-F238E27FC236}">
                <a16:creationId xmlns:a16="http://schemas.microsoft.com/office/drawing/2014/main" id="{56486E49-CE18-BA9C-DBED-3E3C415FD0FC}"/>
              </a:ext>
            </a:extLst>
          </p:cNvPr>
          <p:cNvSpPr/>
          <p:nvPr/>
        </p:nvSpPr>
        <p:spPr bwMode="auto">
          <a:xfrm rot="20278531">
            <a:off x="10477101" y="4584126"/>
            <a:ext cx="1278866" cy="1773574"/>
          </a:xfrm>
          <a:custGeom>
            <a:avLst/>
            <a:gdLst>
              <a:gd name="T0" fmla="*/ 3025 w 3309"/>
              <a:gd name="T1" fmla="*/ 2532 h 4965"/>
              <a:gd name="T2" fmla="*/ 3044 w 3309"/>
              <a:gd name="T3" fmla="*/ 2258 h 4965"/>
              <a:gd name="T4" fmla="*/ 3036 w 3309"/>
              <a:gd name="T5" fmla="*/ 1984 h 4965"/>
              <a:gd name="T6" fmla="*/ 3002 w 3309"/>
              <a:gd name="T7" fmla="*/ 1713 h 4965"/>
              <a:gd name="T8" fmla="*/ 2943 w 3309"/>
              <a:gd name="T9" fmla="*/ 1446 h 4965"/>
              <a:gd name="T10" fmla="*/ 2858 w 3309"/>
              <a:gd name="T11" fmla="*/ 1185 h 4965"/>
              <a:gd name="T12" fmla="*/ 2750 w 3309"/>
              <a:gd name="T13" fmla="*/ 933 h 4965"/>
              <a:gd name="T14" fmla="*/ 2619 w 3309"/>
              <a:gd name="T15" fmla="*/ 692 h 4965"/>
              <a:gd name="T16" fmla="*/ 2468 w 3309"/>
              <a:gd name="T17" fmla="*/ 461 h 4965"/>
              <a:gd name="T18" fmla="*/ 2360 w 3309"/>
              <a:gd name="T19" fmla="*/ 320 h 4965"/>
              <a:gd name="T20" fmla="*/ 2430 w 3309"/>
              <a:gd name="T21" fmla="*/ 474 h 4965"/>
              <a:gd name="T22" fmla="*/ 2576 w 3309"/>
              <a:gd name="T23" fmla="*/ 697 h 4965"/>
              <a:gd name="T24" fmla="*/ 2698 w 3309"/>
              <a:gd name="T25" fmla="*/ 920 h 4965"/>
              <a:gd name="T26" fmla="*/ 2811 w 3309"/>
              <a:gd name="T27" fmla="*/ 1179 h 4965"/>
              <a:gd name="T28" fmla="*/ 2894 w 3309"/>
              <a:gd name="T29" fmla="*/ 1432 h 4965"/>
              <a:gd name="T30" fmla="*/ 2951 w 3309"/>
              <a:gd name="T31" fmla="*/ 1683 h 4965"/>
              <a:gd name="T32" fmla="*/ 2988 w 3309"/>
              <a:gd name="T33" fmla="*/ 1961 h 4965"/>
              <a:gd name="T34" fmla="*/ 2997 w 3309"/>
              <a:gd name="T35" fmla="*/ 2228 h 4965"/>
              <a:gd name="T36" fmla="*/ 2981 w 3309"/>
              <a:gd name="T37" fmla="*/ 2495 h 4965"/>
              <a:gd name="T38" fmla="*/ 2936 w 3309"/>
              <a:gd name="T39" fmla="*/ 2758 h 4965"/>
              <a:gd name="T40" fmla="*/ 2861 w 3309"/>
              <a:gd name="T41" fmla="*/ 3014 h 4965"/>
              <a:gd name="T42" fmla="*/ 2756 w 3309"/>
              <a:gd name="T43" fmla="*/ 3260 h 4965"/>
              <a:gd name="T44" fmla="*/ 2621 w 3309"/>
              <a:gd name="T45" fmla="*/ 3491 h 4965"/>
              <a:gd name="T46" fmla="*/ 2457 w 3309"/>
              <a:gd name="T47" fmla="*/ 3703 h 4965"/>
              <a:gd name="T48" fmla="*/ 2268 w 3309"/>
              <a:gd name="T49" fmla="*/ 3894 h 4965"/>
              <a:gd name="T50" fmla="*/ 2057 w 3309"/>
              <a:gd name="T51" fmla="*/ 4062 h 4965"/>
              <a:gd name="T52" fmla="*/ 1829 w 3309"/>
              <a:gd name="T53" fmla="*/ 4207 h 4965"/>
              <a:gd name="T54" fmla="*/ 1586 w 3309"/>
              <a:gd name="T55" fmla="*/ 4330 h 4965"/>
              <a:gd name="T56" fmla="*/ 1332 w 3309"/>
              <a:gd name="T57" fmla="*/ 4433 h 4965"/>
              <a:gd name="T58" fmla="*/ 1075 w 3309"/>
              <a:gd name="T59" fmla="*/ 4517 h 4965"/>
              <a:gd name="T60" fmla="*/ 813 w 3309"/>
              <a:gd name="T61" fmla="*/ 4601 h 4965"/>
              <a:gd name="T62" fmla="*/ 0 w 3309"/>
              <a:gd name="T63" fmla="*/ 4965 h 4965"/>
              <a:gd name="T64" fmla="*/ 1191 w 3309"/>
              <a:gd name="T65" fmla="*/ 4935 h 4965"/>
              <a:gd name="T66" fmla="*/ 1471 w 3309"/>
              <a:gd name="T67" fmla="*/ 4833 h 4965"/>
              <a:gd name="T68" fmla="*/ 1754 w 3309"/>
              <a:gd name="T69" fmla="*/ 4708 h 4965"/>
              <a:gd name="T70" fmla="*/ 2028 w 3309"/>
              <a:gd name="T71" fmla="*/ 4558 h 4965"/>
              <a:gd name="T72" fmla="*/ 2288 w 3309"/>
              <a:gd name="T73" fmla="*/ 4381 h 4965"/>
              <a:gd name="T74" fmla="*/ 2529 w 3309"/>
              <a:gd name="T75" fmla="*/ 4175 h 4965"/>
              <a:gd name="T76" fmla="*/ 2744 w 3309"/>
              <a:gd name="T77" fmla="*/ 3943 h 4965"/>
              <a:gd name="T78" fmla="*/ 2929 w 3309"/>
              <a:gd name="T79" fmla="*/ 3685 h 4965"/>
              <a:gd name="T80" fmla="*/ 3006 w 3309"/>
              <a:gd name="T81" fmla="*/ 3469 h 4965"/>
              <a:gd name="T82" fmla="*/ 2669 w 3309"/>
              <a:gd name="T83" fmla="*/ 3514 h 4965"/>
              <a:gd name="T84" fmla="*/ 2807 w 3309"/>
              <a:gd name="T85" fmla="*/ 3274 h 4965"/>
              <a:gd name="T86" fmla="*/ 2913 w 3309"/>
              <a:gd name="T87" fmla="*/ 3018 h 49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3309" h="4965">
                <a:moveTo>
                  <a:pt x="3302" y="2519"/>
                </a:moveTo>
                <a:cubicBezTo>
                  <a:pt x="3155" y="2476"/>
                  <a:pt x="3068" y="2601"/>
                  <a:pt x="2988" y="2752"/>
                </a:cubicBezTo>
                <a:cubicBezTo>
                  <a:pt x="3003" y="2679"/>
                  <a:pt x="3016" y="2605"/>
                  <a:pt x="3025" y="2532"/>
                </a:cubicBezTo>
                <a:cubicBezTo>
                  <a:pt x="3084" y="2484"/>
                  <a:pt x="3265" y="2410"/>
                  <a:pt x="3309" y="2219"/>
                </a:cubicBezTo>
                <a:cubicBezTo>
                  <a:pt x="3158" y="2201"/>
                  <a:pt x="3088" y="2333"/>
                  <a:pt x="3031" y="2480"/>
                </a:cubicBezTo>
                <a:cubicBezTo>
                  <a:pt x="3038" y="2408"/>
                  <a:pt x="3043" y="2336"/>
                  <a:pt x="3044" y="2258"/>
                </a:cubicBezTo>
                <a:cubicBezTo>
                  <a:pt x="3098" y="2205"/>
                  <a:pt x="3264" y="2117"/>
                  <a:pt x="3286" y="1923"/>
                </a:cubicBezTo>
                <a:cubicBezTo>
                  <a:pt x="3140" y="1928"/>
                  <a:pt x="3085" y="2053"/>
                  <a:pt x="3045" y="2206"/>
                </a:cubicBezTo>
                <a:cubicBezTo>
                  <a:pt x="3045" y="2131"/>
                  <a:pt x="3042" y="2057"/>
                  <a:pt x="3036" y="1984"/>
                </a:cubicBezTo>
                <a:cubicBezTo>
                  <a:pt x="3083" y="1926"/>
                  <a:pt x="3235" y="1829"/>
                  <a:pt x="3235" y="1633"/>
                </a:cubicBezTo>
                <a:cubicBezTo>
                  <a:pt x="3106" y="1658"/>
                  <a:pt x="3060" y="1758"/>
                  <a:pt x="3031" y="1932"/>
                </a:cubicBezTo>
                <a:cubicBezTo>
                  <a:pt x="3024" y="1854"/>
                  <a:pt x="3014" y="1784"/>
                  <a:pt x="3002" y="1713"/>
                </a:cubicBezTo>
                <a:cubicBezTo>
                  <a:pt x="3044" y="1649"/>
                  <a:pt x="3180" y="1546"/>
                  <a:pt x="3159" y="1349"/>
                </a:cubicBezTo>
                <a:cubicBezTo>
                  <a:pt x="3104" y="1369"/>
                  <a:pt x="3011" y="1389"/>
                  <a:pt x="2992" y="1660"/>
                </a:cubicBezTo>
                <a:cubicBezTo>
                  <a:pt x="2977" y="1584"/>
                  <a:pt x="2965" y="1528"/>
                  <a:pt x="2943" y="1446"/>
                </a:cubicBezTo>
                <a:cubicBezTo>
                  <a:pt x="2981" y="1373"/>
                  <a:pt x="3099" y="1271"/>
                  <a:pt x="3055" y="1073"/>
                </a:cubicBezTo>
                <a:cubicBezTo>
                  <a:pt x="3006" y="1101"/>
                  <a:pt x="2922" y="1127"/>
                  <a:pt x="2928" y="1393"/>
                </a:cubicBezTo>
                <a:cubicBezTo>
                  <a:pt x="2905" y="1313"/>
                  <a:pt x="2882" y="1247"/>
                  <a:pt x="2858" y="1185"/>
                </a:cubicBezTo>
                <a:cubicBezTo>
                  <a:pt x="2886" y="1117"/>
                  <a:pt x="2994" y="997"/>
                  <a:pt x="2927" y="810"/>
                </a:cubicBezTo>
                <a:cubicBezTo>
                  <a:pt x="2890" y="841"/>
                  <a:pt x="2806" y="877"/>
                  <a:pt x="2839" y="1134"/>
                </a:cubicBezTo>
                <a:cubicBezTo>
                  <a:pt x="2812" y="1067"/>
                  <a:pt x="2786" y="1008"/>
                  <a:pt x="2750" y="933"/>
                </a:cubicBezTo>
                <a:cubicBezTo>
                  <a:pt x="2774" y="850"/>
                  <a:pt x="2863" y="746"/>
                  <a:pt x="2777" y="560"/>
                </a:cubicBezTo>
                <a:cubicBezTo>
                  <a:pt x="2741" y="601"/>
                  <a:pt x="2670" y="640"/>
                  <a:pt x="2724" y="882"/>
                </a:cubicBezTo>
                <a:cubicBezTo>
                  <a:pt x="2692" y="818"/>
                  <a:pt x="2655" y="752"/>
                  <a:pt x="2619" y="692"/>
                </a:cubicBezTo>
                <a:cubicBezTo>
                  <a:pt x="2635" y="607"/>
                  <a:pt x="2711" y="500"/>
                  <a:pt x="2608" y="325"/>
                </a:cubicBezTo>
                <a:cubicBezTo>
                  <a:pt x="2586" y="359"/>
                  <a:pt x="2513" y="410"/>
                  <a:pt x="2589" y="642"/>
                </a:cubicBezTo>
                <a:cubicBezTo>
                  <a:pt x="2550" y="580"/>
                  <a:pt x="2509" y="519"/>
                  <a:pt x="2468" y="461"/>
                </a:cubicBezTo>
                <a:cubicBezTo>
                  <a:pt x="2477" y="375"/>
                  <a:pt x="2542" y="269"/>
                  <a:pt x="2420" y="104"/>
                </a:cubicBezTo>
                <a:cubicBezTo>
                  <a:pt x="2398" y="155"/>
                  <a:pt x="2341" y="197"/>
                  <a:pt x="2432" y="413"/>
                </a:cubicBezTo>
                <a:cubicBezTo>
                  <a:pt x="2409" y="381"/>
                  <a:pt x="2385" y="350"/>
                  <a:pt x="2360" y="320"/>
                </a:cubicBezTo>
                <a:cubicBezTo>
                  <a:pt x="2252" y="72"/>
                  <a:pt x="2114" y="34"/>
                  <a:pt x="2013" y="0"/>
                </a:cubicBezTo>
                <a:cubicBezTo>
                  <a:pt x="2074" y="146"/>
                  <a:pt x="2192" y="233"/>
                  <a:pt x="2312" y="319"/>
                </a:cubicBezTo>
                <a:cubicBezTo>
                  <a:pt x="2352" y="369"/>
                  <a:pt x="2392" y="421"/>
                  <a:pt x="2430" y="474"/>
                </a:cubicBezTo>
                <a:cubicBezTo>
                  <a:pt x="2399" y="440"/>
                  <a:pt x="2278" y="337"/>
                  <a:pt x="2120" y="426"/>
                </a:cubicBezTo>
                <a:cubicBezTo>
                  <a:pt x="2251" y="525"/>
                  <a:pt x="2329" y="458"/>
                  <a:pt x="2434" y="481"/>
                </a:cubicBezTo>
                <a:cubicBezTo>
                  <a:pt x="2484" y="550"/>
                  <a:pt x="2531" y="623"/>
                  <a:pt x="2576" y="697"/>
                </a:cubicBezTo>
                <a:cubicBezTo>
                  <a:pt x="2539" y="653"/>
                  <a:pt x="2422" y="548"/>
                  <a:pt x="2266" y="630"/>
                </a:cubicBezTo>
                <a:cubicBezTo>
                  <a:pt x="2393" y="738"/>
                  <a:pt x="2474" y="677"/>
                  <a:pt x="2583" y="709"/>
                </a:cubicBezTo>
                <a:cubicBezTo>
                  <a:pt x="2624" y="778"/>
                  <a:pt x="2662" y="848"/>
                  <a:pt x="2698" y="920"/>
                </a:cubicBezTo>
                <a:cubicBezTo>
                  <a:pt x="2635" y="825"/>
                  <a:pt x="2530" y="780"/>
                  <a:pt x="2394" y="843"/>
                </a:cubicBezTo>
                <a:cubicBezTo>
                  <a:pt x="2516" y="961"/>
                  <a:pt x="2606" y="906"/>
                  <a:pt x="2711" y="948"/>
                </a:cubicBezTo>
                <a:cubicBezTo>
                  <a:pt x="2748" y="1024"/>
                  <a:pt x="2781" y="1101"/>
                  <a:pt x="2811" y="1179"/>
                </a:cubicBezTo>
                <a:cubicBezTo>
                  <a:pt x="2657" y="934"/>
                  <a:pt x="2528" y="1054"/>
                  <a:pt x="2504" y="1064"/>
                </a:cubicBezTo>
                <a:cubicBezTo>
                  <a:pt x="2615" y="1189"/>
                  <a:pt x="2709" y="1144"/>
                  <a:pt x="2818" y="1197"/>
                </a:cubicBezTo>
                <a:cubicBezTo>
                  <a:pt x="2845" y="1271"/>
                  <a:pt x="2869" y="1341"/>
                  <a:pt x="2894" y="1432"/>
                </a:cubicBezTo>
                <a:cubicBezTo>
                  <a:pt x="2862" y="1368"/>
                  <a:pt x="2767" y="1231"/>
                  <a:pt x="2592" y="1292"/>
                </a:cubicBezTo>
                <a:cubicBezTo>
                  <a:pt x="2696" y="1426"/>
                  <a:pt x="2795" y="1390"/>
                  <a:pt x="2900" y="1455"/>
                </a:cubicBezTo>
                <a:cubicBezTo>
                  <a:pt x="2920" y="1528"/>
                  <a:pt x="2937" y="1604"/>
                  <a:pt x="2951" y="1683"/>
                </a:cubicBezTo>
                <a:cubicBezTo>
                  <a:pt x="2862" y="1420"/>
                  <a:pt x="2666" y="1523"/>
                  <a:pt x="2658" y="1525"/>
                </a:cubicBezTo>
                <a:cubicBezTo>
                  <a:pt x="2749" y="1668"/>
                  <a:pt x="2854" y="1643"/>
                  <a:pt x="2957" y="1719"/>
                </a:cubicBezTo>
                <a:cubicBezTo>
                  <a:pt x="2971" y="1798"/>
                  <a:pt x="2981" y="1874"/>
                  <a:pt x="2988" y="1961"/>
                </a:cubicBezTo>
                <a:cubicBezTo>
                  <a:pt x="2894" y="1663"/>
                  <a:pt x="2736" y="1756"/>
                  <a:pt x="2703" y="1763"/>
                </a:cubicBezTo>
                <a:cubicBezTo>
                  <a:pt x="2782" y="1913"/>
                  <a:pt x="2892" y="1900"/>
                  <a:pt x="2990" y="1987"/>
                </a:cubicBezTo>
                <a:cubicBezTo>
                  <a:pt x="2996" y="2066"/>
                  <a:pt x="2998" y="2146"/>
                  <a:pt x="2997" y="2228"/>
                </a:cubicBezTo>
                <a:cubicBezTo>
                  <a:pt x="2930" y="1920"/>
                  <a:pt x="2765" y="1998"/>
                  <a:pt x="2725" y="2004"/>
                </a:cubicBezTo>
                <a:cubicBezTo>
                  <a:pt x="2793" y="2160"/>
                  <a:pt x="2906" y="2159"/>
                  <a:pt x="2997" y="2256"/>
                </a:cubicBezTo>
                <a:cubicBezTo>
                  <a:pt x="2995" y="2338"/>
                  <a:pt x="2990" y="2417"/>
                  <a:pt x="2981" y="2495"/>
                </a:cubicBezTo>
                <a:cubicBezTo>
                  <a:pt x="2942" y="2178"/>
                  <a:pt x="2770" y="2240"/>
                  <a:pt x="2725" y="2244"/>
                </a:cubicBezTo>
                <a:cubicBezTo>
                  <a:pt x="2781" y="2407"/>
                  <a:pt x="2893" y="2415"/>
                  <a:pt x="2977" y="2525"/>
                </a:cubicBezTo>
                <a:cubicBezTo>
                  <a:pt x="2967" y="2600"/>
                  <a:pt x="2954" y="2680"/>
                  <a:pt x="2936" y="2758"/>
                </a:cubicBezTo>
                <a:cubicBezTo>
                  <a:pt x="2929" y="2436"/>
                  <a:pt x="2757" y="2479"/>
                  <a:pt x="2702" y="2480"/>
                </a:cubicBezTo>
                <a:cubicBezTo>
                  <a:pt x="2744" y="2649"/>
                  <a:pt x="2858" y="2671"/>
                  <a:pt x="2928" y="2790"/>
                </a:cubicBezTo>
                <a:cubicBezTo>
                  <a:pt x="2910" y="2865"/>
                  <a:pt x="2888" y="2940"/>
                  <a:pt x="2861" y="3014"/>
                </a:cubicBezTo>
                <a:cubicBezTo>
                  <a:pt x="2895" y="2689"/>
                  <a:pt x="2707" y="2713"/>
                  <a:pt x="2654" y="2710"/>
                </a:cubicBezTo>
                <a:cubicBezTo>
                  <a:pt x="2678" y="2878"/>
                  <a:pt x="2792" y="2919"/>
                  <a:pt x="2849" y="3047"/>
                </a:cubicBezTo>
                <a:cubicBezTo>
                  <a:pt x="2822" y="3119"/>
                  <a:pt x="2791" y="3190"/>
                  <a:pt x="2756" y="3260"/>
                </a:cubicBezTo>
                <a:cubicBezTo>
                  <a:pt x="2814" y="3001"/>
                  <a:pt x="2720" y="2950"/>
                  <a:pt x="2582" y="2930"/>
                </a:cubicBezTo>
                <a:cubicBezTo>
                  <a:pt x="2593" y="3108"/>
                  <a:pt x="2699" y="3156"/>
                  <a:pt x="2740" y="3293"/>
                </a:cubicBezTo>
                <a:cubicBezTo>
                  <a:pt x="2704" y="3360"/>
                  <a:pt x="2663" y="3429"/>
                  <a:pt x="2621" y="3491"/>
                </a:cubicBezTo>
                <a:cubicBezTo>
                  <a:pt x="2725" y="3210"/>
                  <a:pt x="2593" y="3165"/>
                  <a:pt x="2485" y="3137"/>
                </a:cubicBezTo>
                <a:cubicBezTo>
                  <a:pt x="2473" y="3307"/>
                  <a:pt x="2574" y="3377"/>
                  <a:pt x="2599" y="3523"/>
                </a:cubicBezTo>
                <a:cubicBezTo>
                  <a:pt x="2550" y="3594"/>
                  <a:pt x="2504" y="3650"/>
                  <a:pt x="2457" y="3703"/>
                </a:cubicBezTo>
                <a:cubicBezTo>
                  <a:pt x="2549" y="3527"/>
                  <a:pt x="2548" y="3397"/>
                  <a:pt x="2364" y="3330"/>
                </a:cubicBezTo>
                <a:cubicBezTo>
                  <a:pt x="2333" y="3498"/>
                  <a:pt x="2425" y="3587"/>
                  <a:pt x="2430" y="3734"/>
                </a:cubicBezTo>
                <a:cubicBezTo>
                  <a:pt x="2377" y="3792"/>
                  <a:pt x="2334" y="3836"/>
                  <a:pt x="2268" y="3894"/>
                </a:cubicBezTo>
                <a:cubicBezTo>
                  <a:pt x="2385" y="3722"/>
                  <a:pt x="2401" y="3593"/>
                  <a:pt x="2220" y="3505"/>
                </a:cubicBezTo>
                <a:cubicBezTo>
                  <a:pt x="2169" y="3680"/>
                  <a:pt x="2249" y="3770"/>
                  <a:pt x="2236" y="3922"/>
                </a:cubicBezTo>
                <a:cubicBezTo>
                  <a:pt x="2171" y="3978"/>
                  <a:pt x="2108" y="4027"/>
                  <a:pt x="2057" y="4062"/>
                </a:cubicBezTo>
                <a:cubicBezTo>
                  <a:pt x="2210" y="3887"/>
                  <a:pt x="2221" y="3765"/>
                  <a:pt x="2054" y="3663"/>
                </a:cubicBezTo>
                <a:cubicBezTo>
                  <a:pt x="1983" y="3832"/>
                  <a:pt x="2052" y="3931"/>
                  <a:pt x="2020" y="4088"/>
                </a:cubicBezTo>
                <a:cubicBezTo>
                  <a:pt x="1958" y="4131"/>
                  <a:pt x="1894" y="4170"/>
                  <a:pt x="1829" y="4207"/>
                </a:cubicBezTo>
                <a:cubicBezTo>
                  <a:pt x="2043" y="4005"/>
                  <a:pt x="1996" y="3896"/>
                  <a:pt x="1870" y="3802"/>
                </a:cubicBezTo>
                <a:cubicBezTo>
                  <a:pt x="1779" y="3958"/>
                  <a:pt x="1836" y="4076"/>
                  <a:pt x="1787" y="4230"/>
                </a:cubicBezTo>
                <a:cubicBezTo>
                  <a:pt x="1720" y="4267"/>
                  <a:pt x="1653" y="4300"/>
                  <a:pt x="1586" y="4330"/>
                </a:cubicBezTo>
                <a:cubicBezTo>
                  <a:pt x="1828" y="4142"/>
                  <a:pt x="1785" y="4024"/>
                  <a:pt x="1669" y="3923"/>
                </a:cubicBezTo>
                <a:cubicBezTo>
                  <a:pt x="1557" y="4088"/>
                  <a:pt x="1608" y="4191"/>
                  <a:pt x="1540" y="4350"/>
                </a:cubicBezTo>
                <a:cubicBezTo>
                  <a:pt x="1470" y="4381"/>
                  <a:pt x="1399" y="4409"/>
                  <a:pt x="1332" y="4433"/>
                </a:cubicBezTo>
                <a:cubicBezTo>
                  <a:pt x="1611" y="4246"/>
                  <a:pt x="1552" y="4123"/>
                  <a:pt x="1454" y="4025"/>
                </a:cubicBezTo>
                <a:cubicBezTo>
                  <a:pt x="1332" y="4165"/>
                  <a:pt x="1362" y="4302"/>
                  <a:pt x="1284" y="4450"/>
                </a:cubicBezTo>
                <a:cubicBezTo>
                  <a:pt x="1210" y="4475"/>
                  <a:pt x="1144" y="4496"/>
                  <a:pt x="1075" y="4517"/>
                </a:cubicBezTo>
                <a:cubicBezTo>
                  <a:pt x="1376" y="4340"/>
                  <a:pt x="1319" y="4214"/>
                  <a:pt x="1228" y="4111"/>
                </a:cubicBezTo>
                <a:cubicBezTo>
                  <a:pt x="1094" y="4243"/>
                  <a:pt x="1113" y="4373"/>
                  <a:pt x="1020" y="4533"/>
                </a:cubicBezTo>
                <a:cubicBezTo>
                  <a:pt x="957" y="4553"/>
                  <a:pt x="891" y="4574"/>
                  <a:pt x="813" y="4601"/>
                </a:cubicBezTo>
                <a:cubicBezTo>
                  <a:pt x="1009" y="4478"/>
                  <a:pt x="1138" y="4342"/>
                  <a:pt x="989" y="4182"/>
                </a:cubicBezTo>
                <a:cubicBezTo>
                  <a:pt x="817" y="4321"/>
                  <a:pt x="841" y="4456"/>
                  <a:pt x="753" y="4623"/>
                </a:cubicBezTo>
                <a:cubicBezTo>
                  <a:pt x="528" y="4705"/>
                  <a:pt x="253" y="4823"/>
                  <a:pt x="0" y="4965"/>
                </a:cubicBezTo>
                <a:cubicBezTo>
                  <a:pt x="139" y="4965"/>
                  <a:pt x="139" y="4965"/>
                  <a:pt x="139" y="4965"/>
                </a:cubicBezTo>
                <a:cubicBezTo>
                  <a:pt x="358" y="4848"/>
                  <a:pt x="584" y="4750"/>
                  <a:pt x="759" y="4686"/>
                </a:cubicBezTo>
                <a:cubicBezTo>
                  <a:pt x="879" y="4745"/>
                  <a:pt x="1005" y="4910"/>
                  <a:pt x="1191" y="4935"/>
                </a:cubicBezTo>
                <a:cubicBezTo>
                  <a:pt x="1259" y="4675"/>
                  <a:pt x="954" y="4663"/>
                  <a:pt x="806" y="4670"/>
                </a:cubicBezTo>
                <a:cubicBezTo>
                  <a:pt x="881" y="4643"/>
                  <a:pt x="954" y="4619"/>
                  <a:pt x="1024" y="4596"/>
                </a:cubicBezTo>
                <a:cubicBezTo>
                  <a:pt x="1138" y="4659"/>
                  <a:pt x="1258" y="4829"/>
                  <a:pt x="1471" y="4833"/>
                </a:cubicBezTo>
                <a:cubicBezTo>
                  <a:pt x="1536" y="4593"/>
                  <a:pt x="1224" y="4578"/>
                  <a:pt x="1072" y="4581"/>
                </a:cubicBezTo>
                <a:cubicBezTo>
                  <a:pt x="1147" y="4557"/>
                  <a:pt x="1219" y="4534"/>
                  <a:pt x="1290" y="4510"/>
                </a:cubicBezTo>
                <a:cubicBezTo>
                  <a:pt x="1398" y="4564"/>
                  <a:pt x="1542" y="4722"/>
                  <a:pt x="1754" y="4708"/>
                </a:cubicBezTo>
                <a:cubicBezTo>
                  <a:pt x="1788" y="4495"/>
                  <a:pt x="1554" y="4478"/>
                  <a:pt x="1336" y="4494"/>
                </a:cubicBezTo>
                <a:cubicBezTo>
                  <a:pt x="1425" y="4462"/>
                  <a:pt x="1488" y="4437"/>
                  <a:pt x="1553" y="4409"/>
                </a:cubicBezTo>
                <a:cubicBezTo>
                  <a:pt x="1683" y="4464"/>
                  <a:pt x="1824" y="4594"/>
                  <a:pt x="2028" y="4558"/>
                </a:cubicBezTo>
                <a:cubicBezTo>
                  <a:pt x="2035" y="4352"/>
                  <a:pt x="1809" y="4356"/>
                  <a:pt x="1600" y="4388"/>
                </a:cubicBezTo>
                <a:cubicBezTo>
                  <a:pt x="1669" y="4356"/>
                  <a:pt x="1738" y="4322"/>
                  <a:pt x="1806" y="4285"/>
                </a:cubicBezTo>
                <a:cubicBezTo>
                  <a:pt x="1926" y="4324"/>
                  <a:pt x="2093" y="4441"/>
                  <a:pt x="2288" y="4381"/>
                </a:cubicBezTo>
                <a:cubicBezTo>
                  <a:pt x="2268" y="4184"/>
                  <a:pt x="2047" y="4212"/>
                  <a:pt x="1850" y="4261"/>
                </a:cubicBezTo>
                <a:cubicBezTo>
                  <a:pt x="1916" y="4223"/>
                  <a:pt x="1981" y="4183"/>
                  <a:pt x="2045" y="4139"/>
                </a:cubicBezTo>
                <a:cubicBezTo>
                  <a:pt x="2158" y="4162"/>
                  <a:pt x="2345" y="4260"/>
                  <a:pt x="2529" y="4175"/>
                </a:cubicBezTo>
                <a:cubicBezTo>
                  <a:pt x="2481" y="3989"/>
                  <a:pt x="2273" y="4045"/>
                  <a:pt x="2087" y="4110"/>
                </a:cubicBezTo>
                <a:cubicBezTo>
                  <a:pt x="2139" y="4073"/>
                  <a:pt x="2199" y="4026"/>
                  <a:pt x="2267" y="3968"/>
                </a:cubicBezTo>
                <a:cubicBezTo>
                  <a:pt x="2374" y="3978"/>
                  <a:pt x="2574" y="4051"/>
                  <a:pt x="2744" y="3943"/>
                </a:cubicBezTo>
                <a:cubicBezTo>
                  <a:pt x="2670" y="3775"/>
                  <a:pt x="2477" y="3850"/>
                  <a:pt x="2305" y="3935"/>
                </a:cubicBezTo>
                <a:cubicBezTo>
                  <a:pt x="2358" y="3887"/>
                  <a:pt x="2416" y="3830"/>
                  <a:pt x="2467" y="3774"/>
                </a:cubicBezTo>
                <a:cubicBezTo>
                  <a:pt x="2582" y="3769"/>
                  <a:pt x="2771" y="3819"/>
                  <a:pt x="2929" y="3685"/>
                </a:cubicBezTo>
                <a:cubicBezTo>
                  <a:pt x="2831" y="3539"/>
                  <a:pt x="2661" y="3631"/>
                  <a:pt x="2501" y="3735"/>
                </a:cubicBezTo>
                <a:cubicBezTo>
                  <a:pt x="2552" y="3676"/>
                  <a:pt x="2599" y="3616"/>
                  <a:pt x="2640" y="3556"/>
                </a:cubicBezTo>
                <a:cubicBezTo>
                  <a:pt x="2734" y="3540"/>
                  <a:pt x="2870" y="3557"/>
                  <a:pt x="3006" y="3469"/>
                </a:cubicBezTo>
                <a:cubicBezTo>
                  <a:pt x="3015" y="3464"/>
                  <a:pt x="3023" y="3458"/>
                  <a:pt x="3031" y="3452"/>
                </a:cubicBezTo>
                <a:cubicBezTo>
                  <a:pt x="3047" y="3439"/>
                  <a:pt x="3063" y="3425"/>
                  <a:pt x="3077" y="3409"/>
                </a:cubicBezTo>
                <a:cubicBezTo>
                  <a:pt x="2958" y="3286"/>
                  <a:pt x="2808" y="3396"/>
                  <a:pt x="2669" y="3514"/>
                </a:cubicBezTo>
                <a:cubicBezTo>
                  <a:pt x="2711" y="3451"/>
                  <a:pt x="2749" y="3386"/>
                  <a:pt x="2784" y="3319"/>
                </a:cubicBezTo>
                <a:cubicBezTo>
                  <a:pt x="2871" y="3292"/>
                  <a:pt x="3076" y="3285"/>
                  <a:pt x="3189" y="3118"/>
                </a:cubicBezTo>
                <a:cubicBezTo>
                  <a:pt x="3057" y="3023"/>
                  <a:pt x="2927" y="3140"/>
                  <a:pt x="2807" y="3274"/>
                </a:cubicBezTo>
                <a:cubicBezTo>
                  <a:pt x="2841" y="3206"/>
                  <a:pt x="2870" y="3137"/>
                  <a:pt x="2896" y="3066"/>
                </a:cubicBezTo>
                <a:cubicBezTo>
                  <a:pt x="2983" y="3026"/>
                  <a:pt x="3171" y="3001"/>
                  <a:pt x="3263" y="2820"/>
                </a:cubicBezTo>
                <a:cubicBezTo>
                  <a:pt x="3119" y="2750"/>
                  <a:pt x="3012" y="2877"/>
                  <a:pt x="2913" y="3018"/>
                </a:cubicBezTo>
                <a:cubicBezTo>
                  <a:pt x="2938" y="2947"/>
                  <a:pt x="2959" y="2875"/>
                  <a:pt x="2976" y="2802"/>
                </a:cubicBezTo>
                <a:cubicBezTo>
                  <a:pt x="3046" y="2759"/>
                  <a:pt x="3235" y="2705"/>
                  <a:pt x="3302" y="2519"/>
                </a:cubicBezTo>
                <a:close/>
              </a:path>
            </a:pathLst>
          </a:custGeom>
          <a:gradFill>
            <a:gsLst>
              <a:gs pos="0">
                <a:srgbClr val="FBBA56"/>
              </a:gs>
              <a:gs pos="84180">
                <a:srgbClr val="FCD392"/>
              </a:gs>
              <a:gs pos="71800">
                <a:srgbClr val="FCD69A"/>
              </a:gs>
              <a:gs pos="100000">
                <a:sysClr val="window" lastClr="FFFFFF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pitchFamily="2" charset="-122"/>
                <a:ea typeface="+mn-ea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pitchFamily="2" charset="-122"/>
                <a:ea typeface="+mn-ea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pitchFamily="2" charset="-122"/>
                <a:ea typeface="+mn-ea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pitchFamily="2" charset="-122"/>
                <a:ea typeface="+mn-ea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pitchFamily="2" charset="-122"/>
                <a:ea typeface="+mn-ea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pitchFamily="2" charset="-122"/>
                <a:ea typeface="+mn-ea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pitchFamily="2" charset="-122"/>
                <a:ea typeface="+mn-ea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pitchFamily="2" charset="-122"/>
                <a:ea typeface="+mn-ea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pitchFamily="2" charset="-122"/>
                <a:ea typeface="+mn-ea"/>
                <a:cs typeface="+mn-e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仓耳渔阳体 W02" panose="02020400000000000000" charset="-122"/>
              <a:ea typeface="仓耳渔阳体 W02" panose="02020400000000000000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B31EFC-F206-299B-0C8A-A244998CE8C8}"/>
              </a:ext>
            </a:extLst>
          </p:cNvPr>
          <p:cNvSpPr txBox="1"/>
          <p:nvPr/>
        </p:nvSpPr>
        <p:spPr>
          <a:xfrm>
            <a:off x="6077437" y="1252406"/>
            <a:ext cx="24108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3B468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基本信息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6536AB-5B94-3054-39EC-677430359648}"/>
              </a:ext>
            </a:extLst>
          </p:cNvPr>
          <p:cNvSpPr txBox="1"/>
          <p:nvPr/>
        </p:nvSpPr>
        <p:spPr>
          <a:xfrm>
            <a:off x="6263384" y="4543588"/>
            <a:ext cx="4791572" cy="1815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200" dirty="0">
                <a:gradFill flip="none" rotWithShape="1">
                  <a:gsLst>
                    <a:gs pos="0">
                      <a:srgbClr val="FFC208"/>
                    </a:gs>
                    <a:gs pos="87000">
                      <a:srgbClr val="C09200">
                        <a:lumMod val="8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优秀共青团员</a:t>
            </a:r>
            <a:r>
              <a:rPr lang="zh-CN" altLang="en-US" sz="2200" dirty="0">
                <a:solidFill>
                  <a:srgbClr val="1F2329"/>
                </a:solidFill>
                <a:ea typeface="思源宋体 CN Heavy" panose="02020900000000000000" pitchFamily="18" charset="-122"/>
              </a:rPr>
              <a:t>，参与</a:t>
            </a:r>
            <a:r>
              <a:rPr lang="zh-CN" altLang="en-US" sz="2200" dirty="0">
                <a:gradFill flip="none" rotWithShape="1">
                  <a:gsLst>
                    <a:gs pos="0">
                      <a:srgbClr val="FFC208"/>
                    </a:gs>
                    <a:gs pos="87000">
                      <a:srgbClr val="C09200">
                        <a:lumMod val="8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国家级项目</a:t>
            </a:r>
            <a:r>
              <a:rPr lang="zh-CN" altLang="en-US" sz="2200" dirty="0">
                <a:solidFill>
                  <a:srgbClr val="1F2329"/>
                </a:solidFill>
                <a:ea typeface="思源宋体 CN Heavy" panose="02020900000000000000" pitchFamily="18" charset="-122"/>
              </a:rPr>
              <a:t>两项</a:t>
            </a:r>
            <a:endParaRPr lang="en-US" altLang="zh-CN" sz="2200" dirty="0">
              <a:solidFill>
                <a:srgbClr val="1F2329"/>
              </a:solidFill>
              <a:ea typeface="思源宋体 CN Heavy" panose="02020900000000000000" pitchFamily="18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2200" dirty="0"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主持</a:t>
            </a:r>
            <a:r>
              <a:rPr lang="zh-CN" altLang="en-US" sz="2200" dirty="0">
                <a:gradFill flip="none" rotWithShape="1">
                  <a:gsLst>
                    <a:gs pos="0">
                      <a:srgbClr val="FFC208"/>
                    </a:gs>
                    <a:gs pos="87000">
                      <a:srgbClr val="C09200">
                        <a:lumMod val="8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中央高校基本科研业务费</a:t>
            </a:r>
            <a:r>
              <a:rPr lang="en-US" altLang="zh-CN" sz="2200" dirty="0">
                <a:solidFill>
                  <a:srgbClr val="1F2329"/>
                </a:solidFill>
                <a:ea typeface="思源宋体 CN Heavy" panose="02020900000000000000" pitchFamily="18" charset="-122"/>
              </a:rPr>
              <a:t>1</a:t>
            </a:r>
            <a:r>
              <a:rPr lang="zh-CN" altLang="en-US" sz="2200" dirty="0">
                <a:solidFill>
                  <a:srgbClr val="1F2329"/>
                </a:solidFill>
                <a:ea typeface="思源宋体 CN Heavy" panose="02020900000000000000" pitchFamily="18" charset="-122"/>
              </a:rPr>
              <a:t>项</a:t>
            </a:r>
            <a:endParaRPr lang="en-US" altLang="zh-CN" sz="2200" dirty="0">
              <a:solidFill>
                <a:srgbClr val="1F2329"/>
              </a:solidFill>
              <a:ea typeface="思源宋体 CN Heavy" panose="02020900000000000000" pitchFamily="18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2200" dirty="0"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入选</a:t>
            </a:r>
            <a:r>
              <a:rPr lang="en-US" altLang="zh-CN" sz="2200" dirty="0">
                <a:gradFill flip="none" rotWithShape="1">
                  <a:gsLst>
                    <a:gs pos="0">
                      <a:srgbClr val="FFC208"/>
                    </a:gs>
                    <a:gs pos="87000">
                      <a:srgbClr val="C09200">
                        <a:lumMod val="8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2026</a:t>
            </a:r>
            <a:r>
              <a:rPr lang="zh-CN" altLang="en-US" sz="2200" dirty="0">
                <a:gradFill flip="none" rotWithShape="1">
                  <a:gsLst>
                    <a:gs pos="0">
                      <a:srgbClr val="FFC208"/>
                    </a:gs>
                    <a:gs pos="87000">
                      <a:srgbClr val="C09200">
                        <a:lumMod val="8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年中国科协青年科技人才</a:t>
            </a:r>
            <a:endParaRPr lang="en-US" altLang="zh-CN" sz="2200" dirty="0">
              <a:gradFill flip="none" rotWithShape="1">
                <a:gsLst>
                  <a:gs pos="0">
                    <a:srgbClr val="FFC208"/>
                  </a:gs>
                  <a:gs pos="87000">
                    <a:srgbClr val="C09200">
                      <a:lumMod val="8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2200" dirty="0">
                <a:gradFill flip="none" rotWithShape="1">
                  <a:gsLst>
                    <a:gs pos="0">
                      <a:srgbClr val="FFC208"/>
                    </a:gs>
                    <a:gs pos="87000">
                      <a:srgbClr val="C09200">
                        <a:lumMod val="8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培育工程博士生专项计划</a:t>
            </a:r>
            <a:endParaRPr lang="en-US" altLang="zh-CN" sz="2200" dirty="0">
              <a:gradFill flip="none" rotWithShape="1">
                <a:gsLst>
                  <a:gs pos="0">
                    <a:srgbClr val="FFC208"/>
                  </a:gs>
                  <a:gs pos="87000">
                    <a:srgbClr val="C09200">
                      <a:lumMod val="8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ea typeface="思源宋体 CN Heavy" panose="02020900000000000000" pitchFamily="18" charset="-122"/>
            </a:endParaRP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4898E00F-E617-6ECF-D8B3-118F2490E9C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41583" y="1196089"/>
            <a:ext cx="635854" cy="635854"/>
          </a:xfrm>
          <a:prstGeom prst="rect">
            <a:avLst/>
          </a:prstGeom>
        </p:spPr>
      </p:pic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A3B30C36-9702-307E-73C6-4370E258D278}"/>
              </a:ext>
            </a:extLst>
          </p:cNvPr>
          <p:cNvSpPr/>
          <p:nvPr/>
        </p:nvSpPr>
        <p:spPr>
          <a:xfrm>
            <a:off x="5457371" y="1867603"/>
            <a:ext cx="6403598" cy="1848407"/>
          </a:xfrm>
          <a:prstGeom prst="roundRect">
            <a:avLst>
              <a:gd name="adj" fmla="val 7887"/>
            </a:avLst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AutoShape 6" descr="最美证件照 - 小红书搜索">
            <a:extLst>
              <a:ext uri="{FF2B5EF4-FFF2-40B4-BE49-F238E27FC236}">
                <a16:creationId xmlns:a16="http://schemas.microsoft.com/office/drawing/2014/main" id="{43557B56-A1F9-24E5-2EC1-0907EEF1EA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346231" y="275982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ea typeface="思源宋体 CN Heavy" panose="02020900000000000000" pitchFamily="18" charset="-122"/>
            </a:endParaRPr>
          </a:p>
        </p:txBody>
      </p:sp>
      <p:sp>
        <p:nvSpPr>
          <p:cNvPr id="35" name="AutoShape 2" descr="上新韩系证件照模板！驾驶证照，简历照都可">
            <a:extLst>
              <a:ext uri="{FF2B5EF4-FFF2-40B4-BE49-F238E27FC236}">
                <a16:creationId xmlns:a16="http://schemas.microsoft.com/office/drawing/2014/main" id="{59CA6BF5-9F92-688E-9DD0-5A17382CA9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193831" y="260742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ea typeface="思源宋体 CN Heavy" panose="02020900000000000000" pitchFamily="18" charset="-122"/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7E11163C-EC80-F189-D424-DCEDA084973E}"/>
              </a:ext>
            </a:extLst>
          </p:cNvPr>
          <p:cNvCxnSpPr/>
          <p:nvPr/>
        </p:nvCxnSpPr>
        <p:spPr>
          <a:xfrm>
            <a:off x="9998214" y="2452528"/>
            <a:ext cx="1469218" cy="0"/>
          </a:xfrm>
          <a:prstGeom prst="line">
            <a:avLst/>
          </a:prstGeom>
          <a:ln w="12700">
            <a:solidFill>
              <a:schemeClr val="bg1">
                <a:lumMod val="75000"/>
                <a:alpha val="7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任意多边形: 形状 25">
            <a:extLst>
              <a:ext uri="{FF2B5EF4-FFF2-40B4-BE49-F238E27FC236}">
                <a16:creationId xmlns:a16="http://schemas.microsoft.com/office/drawing/2014/main" id="{8F2644E2-911F-3877-56A4-99DDF59B1644}"/>
              </a:ext>
            </a:extLst>
          </p:cNvPr>
          <p:cNvSpPr/>
          <p:nvPr/>
        </p:nvSpPr>
        <p:spPr>
          <a:xfrm>
            <a:off x="8776525" y="1986978"/>
            <a:ext cx="1081850" cy="465550"/>
          </a:xfrm>
          <a:prstGeom prst="roundRect">
            <a:avLst/>
          </a:prstGeom>
          <a:gradFill>
            <a:gsLst>
              <a:gs pos="0">
                <a:srgbClr val="0258AD">
                  <a:lumMod val="80000"/>
                </a:srgbClr>
              </a:gs>
              <a:gs pos="100000">
                <a:srgbClr val="4594CF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思源宋体 CN Heavy" panose="02020900000000000000" pitchFamily="18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DF50DF8-C49B-7085-4788-B1BAD710ECEA}"/>
              </a:ext>
            </a:extLst>
          </p:cNvPr>
          <p:cNvSpPr txBox="1"/>
          <p:nvPr/>
        </p:nvSpPr>
        <p:spPr>
          <a:xfrm>
            <a:off x="8909145" y="2019698"/>
            <a:ext cx="844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民族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45F199-0DD9-6911-F59F-4F4833BB4144}"/>
              </a:ext>
            </a:extLst>
          </p:cNvPr>
          <p:cNvSpPr txBox="1"/>
          <p:nvPr/>
        </p:nvSpPr>
        <p:spPr>
          <a:xfrm>
            <a:off x="9998214" y="2019698"/>
            <a:ext cx="1256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汉族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2C4CE1A6-8093-B1E7-4B1D-8F898D53FDED}"/>
              </a:ext>
            </a:extLst>
          </p:cNvPr>
          <p:cNvCxnSpPr/>
          <p:nvPr/>
        </p:nvCxnSpPr>
        <p:spPr>
          <a:xfrm flipV="1">
            <a:off x="7301263" y="3038293"/>
            <a:ext cx="1224000" cy="5780"/>
          </a:xfrm>
          <a:prstGeom prst="line">
            <a:avLst/>
          </a:prstGeom>
          <a:ln w="12700">
            <a:solidFill>
              <a:schemeClr val="bg1">
                <a:lumMod val="75000"/>
                <a:alpha val="7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任意多边形: 形状 36">
            <a:extLst>
              <a:ext uri="{FF2B5EF4-FFF2-40B4-BE49-F238E27FC236}">
                <a16:creationId xmlns:a16="http://schemas.microsoft.com/office/drawing/2014/main" id="{CCEA0BD6-67BB-B55E-1FDB-7EF410995E62}"/>
              </a:ext>
            </a:extLst>
          </p:cNvPr>
          <p:cNvSpPr/>
          <p:nvPr/>
        </p:nvSpPr>
        <p:spPr>
          <a:xfrm>
            <a:off x="5576355" y="2578523"/>
            <a:ext cx="1587167" cy="465550"/>
          </a:xfrm>
          <a:prstGeom prst="roundRect">
            <a:avLst/>
          </a:prstGeom>
          <a:gradFill>
            <a:gsLst>
              <a:gs pos="0">
                <a:srgbClr val="0258AD">
                  <a:lumMod val="80000"/>
                </a:srgbClr>
              </a:gs>
              <a:gs pos="100000">
                <a:srgbClr val="4594CF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思源宋体 CN Heavy" panose="02020900000000000000" pitchFamily="18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3BCA26E-C2F9-B393-C766-C510409EAA21}"/>
              </a:ext>
            </a:extLst>
          </p:cNvPr>
          <p:cNvSpPr txBox="1"/>
          <p:nvPr/>
        </p:nvSpPr>
        <p:spPr>
          <a:xfrm>
            <a:off x="5708976" y="2611243"/>
            <a:ext cx="13219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政治面貌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D528CDD-B64E-68E0-05FD-A7F29F7E91B6}"/>
              </a:ext>
            </a:extLst>
          </p:cNvPr>
          <p:cNvSpPr txBox="1"/>
          <p:nvPr/>
        </p:nvSpPr>
        <p:spPr>
          <a:xfrm>
            <a:off x="7301012" y="2611543"/>
            <a:ext cx="1979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中共党员</a:t>
            </a: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F9032949-1C71-D529-902B-52E01691C43A}"/>
              </a:ext>
            </a:extLst>
          </p:cNvPr>
          <p:cNvCxnSpPr/>
          <p:nvPr/>
        </p:nvCxnSpPr>
        <p:spPr>
          <a:xfrm>
            <a:off x="10000776" y="3067510"/>
            <a:ext cx="1504902" cy="0"/>
          </a:xfrm>
          <a:prstGeom prst="line">
            <a:avLst/>
          </a:prstGeom>
          <a:ln w="12700">
            <a:solidFill>
              <a:schemeClr val="bg1">
                <a:lumMod val="75000"/>
                <a:alpha val="7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任意多边形: 形状 48">
            <a:extLst>
              <a:ext uri="{FF2B5EF4-FFF2-40B4-BE49-F238E27FC236}">
                <a16:creationId xmlns:a16="http://schemas.microsoft.com/office/drawing/2014/main" id="{BC763D49-68D6-FEFD-AB60-C6E8C75A0DED}"/>
              </a:ext>
            </a:extLst>
          </p:cNvPr>
          <p:cNvSpPr/>
          <p:nvPr/>
        </p:nvSpPr>
        <p:spPr>
          <a:xfrm>
            <a:off x="8779087" y="2625881"/>
            <a:ext cx="1081850" cy="465550"/>
          </a:xfrm>
          <a:prstGeom prst="roundRect">
            <a:avLst/>
          </a:prstGeom>
          <a:gradFill>
            <a:gsLst>
              <a:gs pos="0">
                <a:srgbClr val="0258AD">
                  <a:lumMod val="80000"/>
                </a:srgbClr>
              </a:gs>
              <a:gs pos="100000">
                <a:srgbClr val="4594CF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思源宋体 CN Heavy" panose="02020900000000000000" pitchFamily="18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A2345CC4-13F2-1F36-0D46-A45984A4F06A}"/>
              </a:ext>
            </a:extLst>
          </p:cNvPr>
          <p:cNvSpPr txBox="1"/>
          <p:nvPr/>
        </p:nvSpPr>
        <p:spPr>
          <a:xfrm>
            <a:off x="8911707" y="2658601"/>
            <a:ext cx="844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专业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C5085F43-9A72-E1BF-32FA-12B9A24AFB08}"/>
              </a:ext>
            </a:extLst>
          </p:cNvPr>
          <p:cNvSpPr txBox="1"/>
          <p:nvPr/>
        </p:nvSpPr>
        <p:spPr>
          <a:xfrm>
            <a:off x="10000776" y="2658601"/>
            <a:ext cx="1574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机械工程</a:t>
            </a: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CF7DA9BC-E9BF-3780-E709-B8C7BC3B64BB}"/>
              </a:ext>
            </a:extLst>
          </p:cNvPr>
          <p:cNvCxnSpPr/>
          <p:nvPr/>
        </p:nvCxnSpPr>
        <p:spPr>
          <a:xfrm>
            <a:off x="7301263" y="2446836"/>
            <a:ext cx="1224000" cy="0"/>
          </a:xfrm>
          <a:prstGeom prst="line">
            <a:avLst/>
          </a:prstGeom>
          <a:ln w="12700">
            <a:solidFill>
              <a:schemeClr val="bg1">
                <a:lumMod val="75000"/>
                <a:alpha val="7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任意多边形: 形状 41">
            <a:extLst>
              <a:ext uri="{FF2B5EF4-FFF2-40B4-BE49-F238E27FC236}">
                <a16:creationId xmlns:a16="http://schemas.microsoft.com/office/drawing/2014/main" id="{BD6C5C65-00F1-82A6-D6AB-FA77A98CF908}"/>
              </a:ext>
            </a:extLst>
          </p:cNvPr>
          <p:cNvSpPr/>
          <p:nvPr/>
        </p:nvSpPr>
        <p:spPr>
          <a:xfrm>
            <a:off x="5576355" y="1981286"/>
            <a:ext cx="1587167" cy="465550"/>
          </a:xfrm>
          <a:prstGeom prst="roundRect">
            <a:avLst/>
          </a:prstGeom>
          <a:gradFill>
            <a:gsLst>
              <a:gs pos="0">
                <a:srgbClr val="0258AD">
                  <a:lumMod val="80000"/>
                </a:srgbClr>
              </a:gs>
              <a:gs pos="100000">
                <a:srgbClr val="4594CF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思源宋体 CN Heavy" panose="02020900000000000000" pitchFamily="18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90FC97E-CA90-CACE-AAA3-28F2145A45A7}"/>
              </a:ext>
            </a:extLst>
          </p:cNvPr>
          <p:cNvSpPr txBox="1"/>
          <p:nvPr/>
        </p:nvSpPr>
        <p:spPr>
          <a:xfrm>
            <a:off x="5708976" y="2014006"/>
            <a:ext cx="13219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姓名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2BF83D7-125D-C746-8F68-4B2C7AEBC52E}"/>
              </a:ext>
            </a:extLst>
          </p:cNvPr>
          <p:cNvSpPr txBox="1"/>
          <p:nvPr/>
        </p:nvSpPr>
        <p:spPr>
          <a:xfrm>
            <a:off x="7301263" y="2014006"/>
            <a:ext cx="125626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李亚洲</a:t>
            </a:r>
          </a:p>
        </p:txBody>
      </p:sp>
      <p:sp>
        <p:nvSpPr>
          <p:cNvPr id="76" name="AutoShape 6" descr="最美证件照 - 小红书搜索">
            <a:extLst>
              <a:ext uri="{FF2B5EF4-FFF2-40B4-BE49-F238E27FC236}">
                <a16:creationId xmlns:a16="http://schemas.microsoft.com/office/drawing/2014/main" id="{C92B29E7-B71D-98B8-07DE-E3D257972E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343669" y="330509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ea typeface="思源宋体 CN Heavy" panose="02020900000000000000" pitchFamily="18" charset="-122"/>
            </a:endParaRPr>
          </a:p>
        </p:txBody>
      </p:sp>
      <p:sp>
        <p:nvSpPr>
          <p:cNvPr id="77" name="AutoShape 2" descr="上新韩系证件照模板！驾驶证照，简历照都可">
            <a:extLst>
              <a:ext uri="{FF2B5EF4-FFF2-40B4-BE49-F238E27FC236}">
                <a16:creationId xmlns:a16="http://schemas.microsoft.com/office/drawing/2014/main" id="{59A8B535-7DB4-A349-BD4F-9D4482E87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191269" y="315269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ea typeface="思源宋体 CN Heavy" panose="02020900000000000000" pitchFamily="18" charset="-122"/>
            </a:endParaRP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96DEEA84-BC8E-1D3E-3FC2-BD862BD7A3B3}"/>
              </a:ext>
            </a:extLst>
          </p:cNvPr>
          <p:cNvCxnSpPr/>
          <p:nvPr/>
        </p:nvCxnSpPr>
        <p:spPr>
          <a:xfrm flipV="1">
            <a:off x="7301263" y="3631952"/>
            <a:ext cx="1224000" cy="5780"/>
          </a:xfrm>
          <a:prstGeom prst="line">
            <a:avLst/>
          </a:prstGeom>
          <a:ln w="12700">
            <a:solidFill>
              <a:schemeClr val="bg1">
                <a:lumMod val="75000"/>
                <a:alpha val="7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任意多边形: 形状 36">
            <a:extLst>
              <a:ext uri="{FF2B5EF4-FFF2-40B4-BE49-F238E27FC236}">
                <a16:creationId xmlns:a16="http://schemas.microsoft.com/office/drawing/2014/main" id="{0FCEACF2-3288-A7FA-C3CF-C2813A1A67BE}"/>
              </a:ext>
            </a:extLst>
          </p:cNvPr>
          <p:cNvSpPr/>
          <p:nvPr/>
        </p:nvSpPr>
        <p:spPr>
          <a:xfrm>
            <a:off x="5576355" y="3172182"/>
            <a:ext cx="1587167" cy="465550"/>
          </a:xfrm>
          <a:prstGeom prst="roundRect">
            <a:avLst/>
          </a:prstGeom>
          <a:gradFill>
            <a:gsLst>
              <a:gs pos="0">
                <a:srgbClr val="0258AD">
                  <a:lumMod val="80000"/>
                </a:srgbClr>
              </a:gs>
              <a:gs pos="100000">
                <a:srgbClr val="4594CF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思源宋体 CN Heavy" panose="02020900000000000000" pitchFamily="18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B6C8531B-1137-2C13-1844-E5431B654D76}"/>
              </a:ext>
            </a:extLst>
          </p:cNvPr>
          <p:cNvSpPr txBox="1"/>
          <p:nvPr/>
        </p:nvSpPr>
        <p:spPr>
          <a:xfrm>
            <a:off x="5708976" y="3204902"/>
            <a:ext cx="13219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培养方式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A5663B42-7661-02D9-5105-092A632DCA5E}"/>
              </a:ext>
            </a:extLst>
          </p:cNvPr>
          <p:cNvSpPr txBox="1"/>
          <p:nvPr/>
        </p:nvSpPr>
        <p:spPr>
          <a:xfrm>
            <a:off x="7301012" y="3205202"/>
            <a:ext cx="1979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硕博连读</a:t>
            </a:r>
          </a:p>
        </p:txBody>
      </p: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F4804D1C-D8C3-B705-9396-8BB1DA877FFD}"/>
              </a:ext>
            </a:extLst>
          </p:cNvPr>
          <p:cNvCxnSpPr/>
          <p:nvPr/>
        </p:nvCxnSpPr>
        <p:spPr>
          <a:xfrm>
            <a:off x="9998214" y="3612781"/>
            <a:ext cx="1504902" cy="0"/>
          </a:xfrm>
          <a:prstGeom prst="line">
            <a:avLst/>
          </a:prstGeom>
          <a:ln w="12700">
            <a:solidFill>
              <a:schemeClr val="bg1">
                <a:lumMod val="75000"/>
                <a:alpha val="7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任意多边形: 形状 48">
            <a:extLst>
              <a:ext uri="{FF2B5EF4-FFF2-40B4-BE49-F238E27FC236}">
                <a16:creationId xmlns:a16="http://schemas.microsoft.com/office/drawing/2014/main" id="{0079F820-5199-2555-1ACF-21F875ACCCB9}"/>
              </a:ext>
            </a:extLst>
          </p:cNvPr>
          <p:cNvSpPr/>
          <p:nvPr/>
        </p:nvSpPr>
        <p:spPr>
          <a:xfrm>
            <a:off x="8776525" y="3171152"/>
            <a:ext cx="1081850" cy="465550"/>
          </a:xfrm>
          <a:prstGeom prst="roundRect">
            <a:avLst/>
          </a:prstGeom>
          <a:gradFill>
            <a:gsLst>
              <a:gs pos="0">
                <a:srgbClr val="0258AD">
                  <a:lumMod val="80000"/>
                </a:srgbClr>
              </a:gs>
              <a:gs pos="100000">
                <a:srgbClr val="4594CF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思源宋体 CN Heavy" panose="02020900000000000000" pitchFamily="18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9E6E512-0A49-5612-909B-2668B64FA6DE}"/>
              </a:ext>
            </a:extLst>
          </p:cNvPr>
          <p:cNvSpPr txBox="1"/>
          <p:nvPr/>
        </p:nvSpPr>
        <p:spPr>
          <a:xfrm>
            <a:off x="8909145" y="3203872"/>
            <a:ext cx="844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年级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33FC7B0E-FF11-E8C1-87FA-A8B18569B087}"/>
              </a:ext>
            </a:extLst>
          </p:cNvPr>
          <p:cNvSpPr txBox="1"/>
          <p:nvPr/>
        </p:nvSpPr>
        <p:spPr>
          <a:xfrm>
            <a:off x="9998214" y="3203872"/>
            <a:ext cx="1574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博士三年级</a:t>
            </a:r>
          </a:p>
        </p:txBody>
      </p:sp>
      <p:pic>
        <p:nvPicPr>
          <p:cNvPr id="92" name="图片 91">
            <a:extLst>
              <a:ext uri="{FF2B5EF4-FFF2-40B4-BE49-F238E27FC236}">
                <a16:creationId xmlns:a16="http://schemas.microsoft.com/office/drawing/2014/main" id="{A6E9D140-D6FE-8969-CC07-9F30BD8D52EA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3564" y="794679"/>
            <a:ext cx="1800000" cy="4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36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500"/>
                            </p:stCondLst>
                            <p:childTnLst>
                              <p:par>
                                <p:cTn id="10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3" grpId="0"/>
      <p:bldP spid="5" grpId="0" animBg="1"/>
      <p:bldP spid="6" grpId="0" animBg="1"/>
      <p:bldP spid="12" grpId="0"/>
      <p:bldP spid="7" grpId="0"/>
      <p:bldP spid="56" grpId="0"/>
      <p:bldP spid="34" grpId="0"/>
      <p:bldP spid="35" grpId="0"/>
      <p:bldP spid="38" grpId="0" animBg="1"/>
      <p:bldP spid="39" grpId="0"/>
      <p:bldP spid="40" grpId="0"/>
      <p:bldP spid="43" grpId="0" animBg="1"/>
      <p:bldP spid="44" grpId="0"/>
      <p:bldP spid="45" grpId="0"/>
      <p:bldP spid="53" grpId="0" animBg="1"/>
      <p:bldP spid="54" grpId="0"/>
      <p:bldP spid="55" grpId="0"/>
      <p:bldP spid="48" grpId="0" animBg="1"/>
      <p:bldP spid="49" grpId="0"/>
      <p:bldP spid="50" grpId="0"/>
      <p:bldP spid="76" grpId="0"/>
      <p:bldP spid="77" grpId="0"/>
      <p:bldP spid="80" grpId="0" animBg="1"/>
      <p:bldP spid="81" grpId="0"/>
      <p:bldP spid="82" grpId="0"/>
      <p:bldP spid="85" grpId="0" animBg="1"/>
      <p:bldP spid="86" grpId="0"/>
      <p:bldP spid="8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6.50013"/>
  <p:tag name="SHADOWSIZE" val="10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SHADOWSIZE" val="10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6.50013"/>
  <p:tag name="SHADOWSIZE" val="10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SHADOWSIZE" val="10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6.50013"/>
  <p:tag name="SHADOWSIZE" val="10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SHADOWSIZE" val="10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Arial Black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2261</TotalTime>
  <Words>171</Words>
  <Application>Microsoft Office PowerPoint</Application>
  <PresentationFormat>宽屏</PresentationFormat>
  <Paragraphs>26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思源宋体 CN Heavy</vt:lpstr>
      <vt:lpstr>等线</vt:lpstr>
      <vt:lpstr>Calibri</vt:lpstr>
      <vt:lpstr>思源宋体 CN Medium</vt:lpstr>
      <vt:lpstr>仓耳渔阳体 W02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Taniaq</dc:creator>
  <cp:lastModifiedBy>a94126</cp:lastModifiedBy>
  <cp:revision>57</cp:revision>
  <dcterms:created xsi:type="dcterms:W3CDTF">2022-06-23T04:19:00Z</dcterms:created>
  <dcterms:modified xsi:type="dcterms:W3CDTF">2026-10-14T15:00:05Z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4DA0BCC8164A497EBC4410B0BD01165B_12</vt:lpwstr>
  </property>
</Properties>
</file>