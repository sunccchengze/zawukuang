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114" y="12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FCA57-FCDD-1145-3008-AB7DC4412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2EA4B0-096A-4A80-2378-B3D419899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97EEDD-BC64-0264-EC78-154BCA734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B9CD94-74CE-A25E-7E27-4CD5BE43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A48B6-B303-B49F-AA58-C1EA1019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27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7A88E-E1B2-1558-BDAB-BD47F539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31B9A7-C43E-9866-5A60-412260CC0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73DBA0-FE60-512C-02E3-3F59A93C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F3B53A-E1F0-2A95-3C59-009E1521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F7175E-6073-7BE4-05EE-196EB71D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500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4B965D-A8E8-4FE3-C35C-90D018C1B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8511DB-B5AF-9F8B-7D41-00696734F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39886-013C-7008-360C-8316592F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184FAD-46D3-CE50-0CC0-4F4CA5400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98DDE7-B492-DCFB-1164-0556ADB5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48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06ECC-890A-EF1A-8EF7-FFFF8AC6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A7B06-7B70-5C4B-1EAF-59024C727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B5F325-CE80-D4F0-E477-FA39E0CE4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B86471-125A-9A73-4283-04B7EFB2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2119FC-15C2-5757-52A4-7745EAF8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E3FAF8-4B55-6F9A-EA6E-432AD8737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09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204BE-314D-CF88-4E1B-7A1E6BEC8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9A0233-3C23-AE0C-783B-700913730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C4225D-828B-FFA7-A559-5820ECFE4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C07A968-EE08-8097-F036-B026FD1D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1FD312-1833-8678-9F8A-F12112AF02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D80BBD-2A98-6C7A-4111-C7148E873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2D3B0D-19A2-6D1B-84FA-6630B8FE9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93A0DD-BEF2-2A7B-93A9-1A26FCE6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3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CDB09-ECC5-E740-4349-5D3411735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D419BF-9219-75B5-8B3B-3B12E3D7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6B31A5-8CE8-F515-D27E-01BCD02F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01F2E1-2F39-4140-BFA7-1E17DEE7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959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A741C2-EED4-FE64-96B2-CCB01306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6FE082-7B02-66CB-C619-541F751A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185AD-6AE5-C3ED-88F4-515E5F35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39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B9A81-1BA9-8514-65DE-09535F5F5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7505F8-7D71-1D89-434C-23C230DF3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05CCD8-087C-CF8E-0A99-F7AB3D437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6ADCBF-5869-8828-D661-F1598109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336B8A-58FF-016B-5A68-F3950A83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C50D30-3E5E-949B-6D66-991E5A05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27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ACEB8-1C4E-0221-BE96-C969C3DB0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F7FA93-5205-66C1-2995-2699275DD74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437F50-74D8-C2F6-9B44-700754E83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A957C-9904-15A4-6D32-9AC6C551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C4866A-86E4-51F9-C559-97F1006D9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C69FA0-9D93-5573-9B93-517B1A66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5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69B03-6760-D2E9-C9F9-AF2D874AD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ABB8C0-A1B0-62DE-9614-B21E4B68A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ED633-A6B2-177C-52FE-37CECD52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03C1AE-8E74-2072-BE6E-9CF9ECB8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0536F-DBDE-D7A8-1DEB-AAB96D9A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85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C6996F-2FE5-EB30-564E-2291F7E42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4B5179-0802-56F4-E9CD-56BC5DA20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BDA7A0-D9D8-7877-173E-D100270E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DE8588-D2EE-634D-B6CE-A5BFE4AF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7D2BCE-01BF-B423-60C8-7F54FE71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037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C74CBC-D519-2716-74EA-22AEF965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FEA4C0-CB30-3582-747C-FA2C64599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B9DC25-4EF2-E112-8B6B-70E07AA92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F2121-1657-4452-901D-58CD08C6A38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3C328-0C65-9470-C5B2-8F0F9A44D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F9A7E9-0D23-E5B1-F558-64EBB782B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DF402-3882-4882-94B6-8213C67A12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739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1">
            <a:extLst>
              <a:ext uri="{FF2B5EF4-FFF2-40B4-BE49-F238E27FC236}">
                <a16:creationId xmlns:a16="http://schemas.microsoft.com/office/drawing/2014/main" id="{F428A77F-CE2E-8865-5400-0A060B714F3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9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2">
            <a:extLst>
              <a:ext uri="{FF2B5EF4-FFF2-40B4-BE49-F238E27FC236}">
                <a16:creationId xmlns:a16="http://schemas.microsoft.com/office/drawing/2014/main" id="{83B7513E-0811-09FA-7468-97E1250DEF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947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3">
            <a:extLst>
              <a:ext uri="{FF2B5EF4-FFF2-40B4-BE49-F238E27FC236}">
                <a16:creationId xmlns:a16="http://schemas.microsoft.com/office/drawing/2014/main" id="{8D0CE6CC-04F1-3F46-8ACF-9ABE97A3A1D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06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4">
            <a:extLst>
              <a:ext uri="{FF2B5EF4-FFF2-40B4-BE49-F238E27FC236}">
                <a16:creationId xmlns:a16="http://schemas.microsoft.com/office/drawing/2014/main" id="{1516E458-9953-F3EC-B8C2-339ACB9E976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33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5">
            <a:extLst>
              <a:ext uri="{FF2B5EF4-FFF2-40B4-BE49-F238E27FC236}">
                <a16:creationId xmlns:a16="http://schemas.microsoft.com/office/drawing/2014/main" id="{F2FBAC24-7D30-789D-4D22-68CA3366FCF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16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6">
            <a:extLst>
              <a:ext uri="{FF2B5EF4-FFF2-40B4-BE49-F238E27FC236}">
                <a16:creationId xmlns:a16="http://schemas.microsoft.com/office/drawing/2014/main" id="{1B61B852-69D1-D7EE-F065-385B9FABFDF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36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7">
            <a:extLst>
              <a:ext uri="{FF2B5EF4-FFF2-40B4-BE49-F238E27FC236}">
                <a16:creationId xmlns:a16="http://schemas.microsoft.com/office/drawing/2014/main" id="{EEE10CEE-F191-DB9A-754F-360E253DF9B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40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8">
            <a:extLst>
              <a:ext uri="{FF2B5EF4-FFF2-40B4-BE49-F238E27FC236}">
                <a16:creationId xmlns:a16="http://schemas.microsoft.com/office/drawing/2014/main" id="{3C4BB413-3255-B38A-8C1D-ED29BB1F6A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20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09">
            <a:extLst>
              <a:ext uri="{FF2B5EF4-FFF2-40B4-BE49-F238E27FC236}">
                <a16:creationId xmlns:a16="http://schemas.microsoft.com/office/drawing/2014/main" id="{D56F5BC9-9BE0-7C6D-0A91-21CEAA74612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800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0">
            <a:extLst>
              <a:ext uri="{FF2B5EF4-FFF2-40B4-BE49-F238E27FC236}">
                <a16:creationId xmlns:a16="http://schemas.microsoft.com/office/drawing/2014/main" id="{7BCCD825-6ADC-4A25-ECC4-984507862DE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36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1">
            <a:extLst>
              <a:ext uri="{FF2B5EF4-FFF2-40B4-BE49-F238E27FC236}">
                <a16:creationId xmlns:a16="http://schemas.microsoft.com/office/drawing/2014/main" id="{C3CC2978-BC46-ED60-32B5-172375F8618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01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2">
            <a:extLst>
              <a:ext uri="{FF2B5EF4-FFF2-40B4-BE49-F238E27FC236}">
                <a16:creationId xmlns:a16="http://schemas.microsoft.com/office/drawing/2014/main" id="{39DE522B-ED5F-B1F9-ACC8-0467D1D3F77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38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3">
            <a:extLst>
              <a:ext uri="{FF2B5EF4-FFF2-40B4-BE49-F238E27FC236}">
                <a16:creationId xmlns:a16="http://schemas.microsoft.com/office/drawing/2014/main" id="{0FCC6038-49AC-F3AC-CAAC-4CA0B988FD5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94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4">
            <a:extLst>
              <a:ext uri="{FF2B5EF4-FFF2-40B4-BE49-F238E27FC236}">
                <a16:creationId xmlns:a16="http://schemas.microsoft.com/office/drawing/2014/main" id="{6A49755A-9CAB-C4BB-5766-2DFC4D3CA7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99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5">
            <a:extLst>
              <a:ext uri="{FF2B5EF4-FFF2-40B4-BE49-F238E27FC236}">
                <a16:creationId xmlns:a16="http://schemas.microsoft.com/office/drawing/2014/main" id="{D133C99E-07BF-9B80-FA2A-8B835A690B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71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6">
            <a:extLst>
              <a:ext uri="{FF2B5EF4-FFF2-40B4-BE49-F238E27FC236}">
                <a16:creationId xmlns:a16="http://schemas.microsoft.com/office/drawing/2014/main" id="{BC6ADA39-F11A-3ADC-92B3-E21F572015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20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7">
            <a:extLst>
              <a:ext uri="{FF2B5EF4-FFF2-40B4-BE49-F238E27FC236}">
                <a16:creationId xmlns:a16="http://schemas.microsoft.com/office/drawing/2014/main" id="{E14EC456-FAEF-150E-0CDF-B7E1B563185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38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8">
            <a:extLst>
              <a:ext uri="{FF2B5EF4-FFF2-40B4-BE49-F238E27FC236}">
                <a16:creationId xmlns:a16="http://schemas.microsoft.com/office/drawing/2014/main" id="{54591106-EE4F-5785-AC7F-061379C0415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94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19">
            <a:extLst>
              <a:ext uri="{FF2B5EF4-FFF2-40B4-BE49-F238E27FC236}">
                <a16:creationId xmlns:a16="http://schemas.microsoft.com/office/drawing/2014/main" id="{49525B72-E0BD-5F06-5BEB-0F463957E7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356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20">
            <a:extLst>
              <a:ext uri="{FF2B5EF4-FFF2-40B4-BE49-F238E27FC236}">
                <a16:creationId xmlns:a16="http://schemas.microsoft.com/office/drawing/2014/main" id="{0EA6AB3A-AA54-31A4-B8FC-058B1C239B6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52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标兵答辩00_21">
            <a:extLst>
              <a:ext uri="{FF2B5EF4-FFF2-40B4-BE49-F238E27FC236}">
                <a16:creationId xmlns:a16="http://schemas.microsoft.com/office/drawing/2014/main" id="{0A378FA1-86E0-6D3C-EAB1-5D97FC83E9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54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Arial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a94126</dc:creator>
  <cp:lastModifiedBy>a94126</cp:lastModifiedBy>
  <cp:revision>1</cp:revision>
  <dcterms:created xsi:type="dcterms:W3CDTF">2026-10-10T15:49:19Z</dcterms:created>
  <dcterms:modified xsi:type="dcterms:W3CDTF">2026-10-10T15:49:35Z</dcterms:modified>
</cp:coreProperties>
</file>