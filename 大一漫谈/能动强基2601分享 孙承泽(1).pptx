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8" r:id="rId3"/>
    <p:sldId id="256" r:id="rId4"/>
    <p:sldId id="257" r:id="rId5"/>
    <p:sldId id="315" r:id="rId6"/>
    <p:sldId id="320" r:id="rId7"/>
    <p:sldId id="262" r:id="rId8"/>
    <p:sldId id="263" r:id="rId9"/>
    <p:sldId id="264" r:id="rId10"/>
    <p:sldId id="265" r:id="rId11"/>
    <p:sldId id="266" r:id="rId12"/>
    <p:sldId id="319" r:id="rId13"/>
    <p:sldId id="267" r:id="rId14"/>
    <p:sldId id="313" r:id="rId15"/>
    <p:sldId id="268" r:id="rId16"/>
    <p:sldId id="269" r:id="rId17"/>
    <p:sldId id="304" r:id="rId18"/>
    <p:sldId id="270" r:id="rId19"/>
    <p:sldId id="271" r:id="rId20"/>
    <p:sldId id="272" r:id="rId21"/>
    <p:sldId id="309" r:id="rId22"/>
    <p:sldId id="310" r:id="rId23"/>
    <p:sldId id="311" r:id="rId24"/>
    <p:sldId id="301" r:id="rId25"/>
    <p:sldId id="302" r:id="rId26"/>
    <p:sldId id="273" r:id="rId27"/>
    <p:sldId id="317" r:id="rId28"/>
    <p:sldId id="274" r:id="rId29"/>
    <p:sldId id="275" r:id="rId30"/>
    <p:sldId id="318" r:id="rId31"/>
    <p:sldId id="276" r:id="rId32"/>
    <p:sldId id="316" r:id="rId33"/>
    <p:sldId id="314" r:id="rId34"/>
    <p:sldId id="277" r:id="rId35"/>
    <p:sldId id="305" r:id="rId36"/>
    <p:sldId id="306" r:id="rId37"/>
    <p:sldId id="282" r:id="rId38"/>
    <p:sldId id="312" r:id="rId39"/>
    <p:sldId id="279" r:id="rId40"/>
    <p:sldId id="280" r:id="rId41"/>
    <p:sldId id="281" r:id="rId42"/>
    <p:sldId id="300" r:id="rId43"/>
    <p:sldId id="283" r:id="rId44"/>
    <p:sldId id="284" r:id="rId45"/>
    <p:sldId id="285" r:id="rId46"/>
    <p:sldId id="286" r:id="rId47"/>
    <p:sldId id="287" r:id="rId48"/>
    <p:sldId id="288" r:id="rId49"/>
    <p:sldId id="307" r:id="rId50"/>
    <p:sldId id="289" r:id="rId51"/>
    <p:sldId id="290" r:id="rId52"/>
    <p:sldId id="291" r:id="rId53"/>
    <p:sldId id="260" r:id="rId54"/>
    <p:sldId id="303" r:id="rId55"/>
    <p:sldId id="292" r:id="rId56"/>
    <p:sldId id="293" r:id="rId57"/>
    <p:sldId id="295" r:id="rId58"/>
    <p:sldId id="296" r:id="rId5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57" autoAdjust="0"/>
    <p:restoredTop sz="94660"/>
  </p:normalViewPr>
  <p:slideViewPr>
    <p:cSldViewPr snapToGrid="0" showGuides="1">
      <p:cViewPr>
        <p:scale>
          <a:sx n="10" d="100"/>
          <a:sy n="10" d="100"/>
        </p:scale>
        <p:origin x="2706" y="3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2" Type="http://schemas.openxmlformats.org/officeDocument/2006/relationships/tableStyles" Target="tableStyles.xml"/><Relationship Id="rId61" Type="http://schemas.openxmlformats.org/officeDocument/2006/relationships/viewProps" Target="viewProps.xml"/><Relationship Id="rId60" Type="http://schemas.openxmlformats.org/officeDocument/2006/relationships/presProps" Target="presProps.xml"/><Relationship Id="rId6" Type="http://schemas.openxmlformats.org/officeDocument/2006/relationships/slide" Target="slides/slide4.xml"/><Relationship Id="rId59" Type="http://schemas.openxmlformats.org/officeDocument/2006/relationships/slide" Target="slides/slide57.xml"/><Relationship Id="rId58" Type="http://schemas.openxmlformats.org/officeDocument/2006/relationships/slide" Target="slides/slide56.xml"/><Relationship Id="rId57" Type="http://schemas.openxmlformats.org/officeDocument/2006/relationships/slide" Target="slides/slide55.xml"/><Relationship Id="rId56" Type="http://schemas.openxmlformats.org/officeDocument/2006/relationships/slide" Target="slides/slide54.xml"/><Relationship Id="rId55" Type="http://schemas.openxmlformats.org/officeDocument/2006/relationships/slide" Target="slides/slide53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5000">
                <a:schemeClr val="tx1"/>
              </a:gs>
              <a:gs pos="50000">
                <a:srgbClr val="000000">
                  <a:alpha val="0"/>
                </a:srgbClr>
              </a:gs>
              <a:gs pos="75000">
                <a:schemeClr val="tx1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37B862-1707-4ECE-91A0-7D6D0A1F0B3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7EE60-972D-48BC-8145-A434DB6B2C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7.jpeg"/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image" Target="../media/image14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1.jpeg"/><Relationship Id="rId1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31.jpeg"/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image" Target="../media/image28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3" Type="http://schemas.openxmlformats.org/officeDocument/2006/relationships/image" Target="../media/image45.png"/><Relationship Id="rId2" Type="http://schemas.openxmlformats.org/officeDocument/2006/relationships/image" Target="../media/image44.jpeg"/><Relationship Id="rId1" Type="http://schemas.openxmlformats.org/officeDocument/2006/relationships/image" Target="../media/image43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0.png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56.jpeg"/><Relationship Id="rId5" Type="http://schemas.openxmlformats.org/officeDocument/2006/relationships/image" Target="../media/image55.jpeg"/><Relationship Id="rId4" Type="http://schemas.openxmlformats.org/officeDocument/2006/relationships/image" Target="../media/image54.jpeg"/><Relationship Id="rId3" Type="http://schemas.openxmlformats.org/officeDocument/2006/relationships/image" Target="../media/image53.jpeg"/><Relationship Id="rId2" Type="http://schemas.openxmlformats.org/officeDocument/2006/relationships/image" Target="../media/image52.jpeg"/><Relationship Id="rId1" Type="http://schemas.openxmlformats.org/officeDocument/2006/relationships/image" Target="../media/image51.jpe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6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8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9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0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1" Type="http://schemas.openxmlformats.org/officeDocument/2006/relationships/image" Target="../media/image75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" y="-1014"/>
            <a:ext cx="12189124" cy="68600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" y="-1014"/>
            <a:ext cx="12189124" cy="6860028"/>
          </a:xfrm>
          <a:prstGeom prst="rect">
            <a:avLst/>
          </a:prstGeom>
        </p:spPr>
      </p:pic>
    </p:spTree>
  </p:cSld>
  <p:clrMapOvr>
    <a:masterClrMapping/>
  </p:clrMapOvr>
  <p:transition spd="slow">
    <p:wipe dir="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875"/>
            <a:ext cx="12188414" cy="6859628"/>
          </a:xfrm>
          <a:prstGeom prst="rect">
            <a:avLst/>
          </a:prstGeom>
        </p:spPr>
      </p:pic>
    </p:spTree>
  </p:cSld>
  <p:clrMapOvr>
    <a:masterClrMapping/>
  </p:clrMapOvr>
  <p:transition spd="slow">
    <p:wipe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1678" y="1231751"/>
            <a:ext cx="5958840" cy="4469130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 fov="2700000">
              <a:rot lat="300000" lon="1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2" y="1194435"/>
            <a:ext cx="6430242" cy="4543762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927100" y="2260600"/>
            <a:ext cx="685800" cy="535940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590800" y="1333500"/>
            <a:ext cx="2997200" cy="26670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8775700" y="5194300"/>
            <a:ext cx="2806700" cy="222250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36503"/>
            <a:ext cx="12192000" cy="41849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0214" cy="34290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429000"/>
            <a:ext cx="4573788" cy="34290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8890" y="1519680"/>
            <a:ext cx="2862860" cy="381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904" y="0"/>
            <a:ext cx="11040192" cy="6858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429000"/>
            <a:ext cx="6109763" cy="3429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2055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848855"/>
            <a:ext cx="12192000" cy="2055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3697710"/>
            <a:ext cx="12192000" cy="2055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03569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3498916"/>
            <a:ext cx="12192000" cy="103569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3684" y="0"/>
            <a:ext cx="3168316" cy="68580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010" y="0"/>
            <a:ext cx="3168316" cy="6858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482222"/>
            <a:ext cx="5836652" cy="4375778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rcRect t="21636"/>
          <a:stretch>
            <a:fillRect/>
          </a:stretch>
        </p:blipFill>
        <p:spPr>
          <a:xfrm>
            <a:off x="1" y="0"/>
            <a:ext cx="5836652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1246"/>
            <a:ext cx="10972800" cy="6858000"/>
          </a:xfrm>
          <a:prstGeom prst="rect">
            <a:avLst/>
          </a:prstGeom>
        </p:spPr>
      </p:pic>
      <p:pic>
        <p:nvPicPr>
          <p:cNvPr id="57" name="图片 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256" y="0"/>
            <a:ext cx="11065461" cy="68467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3" y="3352736"/>
            <a:ext cx="5656082" cy="353151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3" y="1"/>
            <a:ext cx="5656082" cy="3429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8564" y="0"/>
            <a:ext cx="6523435" cy="3952824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196"/>
          <a:stretch>
            <a:fillRect/>
          </a:stretch>
        </p:blipFill>
        <p:spPr>
          <a:xfrm>
            <a:off x="5668877" y="3952823"/>
            <a:ext cx="6523123" cy="29314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b="10000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7932" y="0"/>
            <a:ext cx="6094067" cy="369570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162300"/>
            <a:ext cx="6094068" cy="3695701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6090800" cy="3695701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7932" y="3160317"/>
            <a:ext cx="6094068" cy="3697684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4162" y="1556345"/>
            <a:ext cx="7387538" cy="37453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088" y="0"/>
            <a:ext cx="11317912" cy="68580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/>
          <a:srcRect l="11752" r="11752"/>
          <a:stretch>
            <a:fillRect/>
          </a:stretch>
        </p:blipFill>
        <p:spPr>
          <a:xfrm>
            <a:off x="0" y="1014391"/>
            <a:ext cx="6096000" cy="48292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5127" y="0"/>
            <a:ext cx="4569362" cy="34290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126" y="3431526"/>
            <a:ext cx="4568631" cy="3426474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58381" cy="34290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5823" y="0"/>
            <a:ext cx="2289303" cy="3429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429000"/>
            <a:ext cx="4573787" cy="34290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9866" y="3454990"/>
            <a:ext cx="4573787" cy="3429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1-中微子-前30秒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19050"/>
            <a:ext cx="12139136" cy="6838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/>
          <a:srcRect l="8163" t="14505" r="8776" b="1073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1"/>
          <a:srcRect l="8239" t="15757" r="8596" b="939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57"/>
            <a:ext cx="12199620" cy="68659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-1823"/>
            <a:ext cx="12192000" cy="6861646"/>
            <a:chOff x="0" y="-1823"/>
            <a:chExt cx="12192000" cy="6861646"/>
          </a:xfrm>
        </p:grpSpPr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-1823"/>
              <a:ext cx="12192000" cy="6861646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29600" y="2476500"/>
              <a:ext cx="2641600" cy="2641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57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57</vt:i4>
      </vt:variant>
    </vt:vector>
  </HeadingPairs>
  <TitlesOfParts>
    <vt:vector size="66" baseType="lpstr">
      <vt:lpstr>Arial</vt:lpstr>
      <vt:lpstr>宋体</vt:lpstr>
      <vt:lpstr>Wingdings</vt:lpstr>
      <vt:lpstr>等线</vt:lpstr>
      <vt:lpstr>微软雅黑</vt:lpstr>
      <vt:lpstr>Arial Unicode MS</vt:lpstr>
      <vt:lpstr>等线 Light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a94126</dc:creator>
  <cp:lastModifiedBy>孙承泽</cp:lastModifiedBy>
  <cp:revision>2</cp:revision>
  <dcterms:created xsi:type="dcterms:W3CDTF">2026-10-13T13:04:00Z</dcterms:created>
  <dcterms:modified xsi:type="dcterms:W3CDTF">2026-10-14T06:49:38Z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51414FBDFFFC48C3A06D8426A773D940_12</vt:lpwstr>
  </property>
  <property fmtid="{D5CDD505-2E9C-101B-9397-08002B2CF9AE}" pid="3" name="KSOProductBuildVer">
    <vt:lpwstr>2052-12.1.0.28505</vt:lpwstr>
  </property>
</Properties>
</file>