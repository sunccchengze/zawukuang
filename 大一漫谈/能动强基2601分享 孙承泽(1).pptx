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8" r:id="rId5"/>
    <p:sldId id="256" r:id="rId6"/>
    <p:sldId id="257" r:id="rId7"/>
    <p:sldId id="315" r:id="rId8"/>
    <p:sldId id="320" r:id="rId9"/>
    <p:sldId id="262" r:id="rId10"/>
    <p:sldId id="263" r:id="rId11"/>
    <p:sldId id="264" r:id="rId12"/>
    <p:sldId id="265" r:id="rId13"/>
    <p:sldId id="266" r:id="rId14"/>
    <p:sldId id="319" r:id="rId15"/>
    <p:sldId id="267" r:id="rId16"/>
    <p:sldId id="313" r:id="rId17"/>
    <p:sldId id="268" r:id="rId18"/>
    <p:sldId id="269" r:id="rId19"/>
    <p:sldId id="304" r:id="rId20"/>
    <p:sldId id="270" r:id="rId21"/>
    <p:sldId id="271" r:id="rId22"/>
    <p:sldId id="272" r:id="rId23"/>
    <p:sldId id="309" r:id="rId24"/>
    <p:sldId id="310" r:id="rId25"/>
    <p:sldId id="311" r:id="rId26"/>
    <p:sldId id="301" r:id="rId27"/>
    <p:sldId id="302" r:id="rId28"/>
    <p:sldId id="273" r:id="rId29"/>
    <p:sldId id="321" r:id="rId30"/>
    <p:sldId id="317" r:id="rId31"/>
    <p:sldId id="274" r:id="rId32"/>
    <p:sldId id="275" r:id="rId33"/>
    <p:sldId id="318" r:id="rId34"/>
    <p:sldId id="276" r:id="rId35"/>
    <p:sldId id="316" r:id="rId36"/>
    <p:sldId id="314" r:id="rId37"/>
    <p:sldId id="277" r:id="rId38"/>
    <p:sldId id="305" r:id="rId39"/>
    <p:sldId id="306" r:id="rId40"/>
    <p:sldId id="282" r:id="rId41"/>
    <p:sldId id="312" r:id="rId42"/>
    <p:sldId id="279" r:id="rId43"/>
    <p:sldId id="280" r:id="rId44"/>
    <p:sldId id="281" r:id="rId45"/>
    <p:sldId id="300" r:id="rId46"/>
    <p:sldId id="283" r:id="rId47"/>
    <p:sldId id="284" r:id="rId48"/>
    <p:sldId id="285" r:id="rId49"/>
    <p:sldId id="286" r:id="rId50"/>
    <p:sldId id="287" r:id="rId51"/>
    <p:sldId id="288" r:id="rId52"/>
    <p:sldId id="307" r:id="rId53"/>
    <p:sldId id="289" r:id="rId54"/>
    <p:sldId id="290" r:id="rId55"/>
    <p:sldId id="291" r:id="rId56"/>
    <p:sldId id="260" r:id="rId57"/>
    <p:sldId id="303" r:id="rId58"/>
    <p:sldId id="292" r:id="rId59"/>
    <p:sldId id="293" r:id="rId60"/>
    <p:sldId id="295" r:id="rId61"/>
    <p:sldId id="296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7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132" y="1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tx1"/>
              </a:gs>
              <a:gs pos="50000">
                <a:srgbClr val="000000">
                  <a:alpha val="0"/>
                </a:srgbClr>
              </a:gs>
              <a:gs pos="75000">
                <a:schemeClr val="tx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7B862-1707-4ECE-91A0-7D6D0A1F0B36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7EE60-972D-48BC-8145-A434DB6B2C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014"/>
            <a:ext cx="12189124" cy="68600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014"/>
            <a:ext cx="12189124" cy="6860028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5"/>
            <a:ext cx="12188414" cy="6859628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678" y="1231751"/>
            <a:ext cx="5958840" cy="446913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2700000">
              <a:rot lat="300000" lon="1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92" y="1194435"/>
            <a:ext cx="6430242" cy="454376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27100" y="2260600"/>
            <a:ext cx="685800" cy="53594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90800" y="1333500"/>
            <a:ext cx="2997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775700" y="5194300"/>
            <a:ext cx="2806700" cy="22225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503"/>
            <a:ext cx="12192000" cy="4184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0214" cy="3429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29000"/>
            <a:ext cx="4573788" cy="3429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8890" y="1519680"/>
            <a:ext cx="2862860" cy="381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04" y="0"/>
            <a:ext cx="11040192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429000"/>
            <a:ext cx="6109763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55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848855"/>
            <a:ext cx="12192000" cy="2055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697710"/>
            <a:ext cx="12192000" cy="2055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356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98916"/>
            <a:ext cx="12192000" cy="103569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B79A283-A355-75E5-6157-C5EF0A24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" y="2023"/>
            <a:ext cx="12178332" cy="68539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A6B3BBC-74A9-9F65-1C78-C740221BFDB9}"/>
              </a:ext>
            </a:extLst>
          </p:cNvPr>
          <p:cNvSpPr txBox="1"/>
          <p:nvPr/>
        </p:nvSpPr>
        <p:spPr>
          <a:xfrm>
            <a:off x="5420315" y="294787"/>
            <a:ext cx="403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1"/>
                </a:solidFill>
              </a:rPr>
              <a:t>2026.10.15</a:t>
            </a:r>
            <a:r>
              <a:rPr lang="zh-CN" altLang="en-US" dirty="0">
                <a:solidFill>
                  <a:schemeClr val="bg1"/>
                </a:solidFill>
              </a:rPr>
              <a:t>新增信息：国创赛省赛银奖</a:t>
            </a:r>
          </a:p>
        </p:txBody>
      </p:sp>
    </p:spTree>
    <p:extLst>
      <p:ext uri="{BB962C8B-B14F-4D97-AF65-F5344CB8AC3E}">
        <p14:creationId xmlns:p14="http://schemas.microsoft.com/office/powerpoint/2010/main" val="1013352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684" y="0"/>
            <a:ext cx="3168316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10" y="0"/>
            <a:ext cx="3168316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482222"/>
            <a:ext cx="5836652" cy="43757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t="21636"/>
          <a:stretch>
            <a:fillRect/>
          </a:stretch>
        </p:blipFill>
        <p:spPr>
          <a:xfrm>
            <a:off x="1" y="0"/>
            <a:ext cx="5836652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46"/>
            <a:ext cx="10972800" cy="685800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56" y="0"/>
            <a:ext cx="11065461" cy="6846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" y="3352736"/>
            <a:ext cx="5656082" cy="35315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" y="1"/>
            <a:ext cx="5656082" cy="3429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564" y="0"/>
            <a:ext cx="6523435" cy="39528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96"/>
          <a:stretch>
            <a:fillRect/>
          </a:stretch>
        </p:blipFill>
        <p:spPr>
          <a:xfrm>
            <a:off x="5668877" y="3952823"/>
            <a:ext cx="6523123" cy="2931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32" y="0"/>
            <a:ext cx="6094067" cy="369570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162300"/>
            <a:ext cx="6094068" cy="36957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090800" cy="36957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932" y="3160317"/>
            <a:ext cx="6094068" cy="369768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162" y="1556345"/>
            <a:ext cx="7387538" cy="3745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88" y="0"/>
            <a:ext cx="11317912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11752" r="11752"/>
          <a:stretch>
            <a:fillRect/>
          </a:stretch>
        </p:blipFill>
        <p:spPr>
          <a:xfrm>
            <a:off x="0" y="1014391"/>
            <a:ext cx="6096000" cy="4829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127" y="0"/>
            <a:ext cx="4569362" cy="3429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126" y="3431526"/>
            <a:ext cx="4568631" cy="34264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658381" cy="3429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823" y="0"/>
            <a:ext cx="2289303" cy="3429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3429000"/>
            <a:ext cx="4573787" cy="3429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9866" y="3454990"/>
            <a:ext cx="4573787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1-中微子-前30秒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9050"/>
            <a:ext cx="12139136" cy="6838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8163" t="14505" r="8776" b="1073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8239" t="15757" r="8596" b="93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7"/>
            <a:ext cx="12199620" cy="68659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-1823"/>
            <a:ext cx="12192000" cy="6861646"/>
            <a:chOff x="0" y="-1823"/>
            <a:chExt cx="12192000" cy="6861646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823"/>
              <a:ext cx="12192000" cy="6861646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0" y="2476500"/>
              <a:ext cx="2641600" cy="2641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29F4A07B691479B57F7523BC7BF2B" ma:contentTypeVersion="4" ma:contentTypeDescription="Create a new document." ma:contentTypeScope="" ma:versionID="1fb806a2ecfc2056a6c2882d0a0aebab">
  <xsd:schema xmlns:xsd="http://www.w3.org/2001/XMLSchema" xmlns:xs="http://www.w3.org/2001/XMLSchema" xmlns:p="http://schemas.microsoft.com/office/2006/metadata/properties" xmlns:ns3="9ab096e5-0187-4a67-af7d-6ec6dc55fdfe" targetNamespace="http://schemas.microsoft.com/office/2006/metadata/properties" ma:root="true" ma:fieldsID="a68187826a0c6386daf1846b472616bb" ns3:_="">
    <xsd:import namespace="9ab096e5-0187-4a67-af7d-6ec6dc55fdf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b096e5-0187-4a67-af7d-6ec6dc55fdf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4DE46B-98CA-48EF-93B5-3E09ADEDC0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A84F91-D49E-4395-A1ED-30E258E3C975}">
  <ds:schemaRefs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ab096e5-0187-4a67-af7d-6ec6dc55fdf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95DB3C-CD22-492F-B289-8D7D647EC1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b096e5-0187-4a67-af7d-6ec6dc55fd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宽屏</PresentationFormat>
  <Paragraphs>1</Paragraphs>
  <Slides>58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2" baseType="lpstr">
      <vt:lpstr>等线 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a94126</dc:creator>
  <cp:lastModifiedBy>a94126</cp:lastModifiedBy>
  <cp:revision>3</cp:revision>
  <dcterms:created xsi:type="dcterms:W3CDTF">2026-10-13T13:04:00Z</dcterms:created>
  <dcterms:modified xsi:type="dcterms:W3CDTF">2026-10-15T13:06:14Z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51414FBDFFFC48C3A06D8426A773D940_12</vt:lpwstr>
  </property>
  <property fmtid="{D5CDD505-2E9C-101B-9397-08002B2CF9AE}" pid="3" name="KSOProductBuildVer">
    <vt:lpwstr>2052-12.1.0.28505</vt:lpwstr>
  </property>
  <property fmtid="{D5CDD505-2E9C-101B-9397-08002B2CF9AE}" pid="4" name="ContentTypeId">
    <vt:lpwstr>0x0101006BA29F4A07B691479B57F7523BC7BF2B</vt:lpwstr>
  </property>
</Properties>
</file>